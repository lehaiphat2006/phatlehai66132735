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39"/>
  </p:handoutMasterIdLst>
  <p:sldIdLst>
    <p:sldId id="256" r:id="rId3"/>
    <p:sldId id="257" r:id="rId5"/>
    <p:sldId id="258" r:id="rId6"/>
    <p:sldId id="259" r:id="rId7"/>
    <p:sldId id="260" r:id="rId8"/>
    <p:sldId id="26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91" r:id="rId33"/>
    <p:sldId id="292" r:id="rId34"/>
    <p:sldId id="293" r:id="rId35"/>
    <p:sldId id="294" r:id="rId36"/>
    <p:sldId id="295" r:id="rId37"/>
    <p:sldId id="290" r:id="rId38"/>
  </p:sldIdLst>
  <p:sldSz cx="12192000" cy="6858000"/>
  <p:notesSz cx="6858000" cy="9144000"/>
  <p:embeddedFontLst>
    <p:embeddedFont>
      <p:font typeface="Garamond" panose="02020404030301010803"/>
      <p:regular r:id="rId43"/>
      <p:bold r:id="rId44"/>
      <p:italic r:id="rId45"/>
    </p:embeddedFont>
    <p:embeddedFont>
      <p:font typeface="Wingdings 2" panose="05020102010507070707" charset="0"/>
      <p:regular r:id="rId46"/>
    </p:embeddedFont>
    <p:embeddedFont>
      <p:font typeface="Gill Sans" panose="020B0502020104020203"/>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204B3-6243-42E8-8DC7-DA176E6F050A}" styleName="Table_0">
    <a:wholeTbl>
      <a:tcTxStyle>
        <a:font>
          <a:latin typeface="Garamond"/>
          <a:ea typeface="Garamond"/>
          <a:cs typeface="Garamond"/>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CEFE7"/>
          </a:solidFill>
        </a:fill>
      </a:tcStyle>
    </a:wholeTbl>
    <a:band1H>
      <a:tcStyle>
        <a:tcBdr/>
        <a:fill>
          <a:solidFill>
            <a:srgbClr val="D8DDCB"/>
          </a:solidFill>
        </a:fill>
      </a:tcStyle>
    </a:band1H>
    <a:band2H>
      <a:tcStyle>
        <a:tcBdr/>
      </a:tcStyle>
    </a:band2H>
    <a:band1V>
      <a:tcStyle>
        <a:tcBdr/>
        <a:fill>
          <a:solidFill>
            <a:srgbClr val="D8DDCB"/>
          </a:solidFill>
        </a:fill>
      </a:tcStyle>
    </a:band1V>
    <a:band2V>
      <a:tcStyle>
        <a:tcBdr/>
      </a:tcStyle>
    </a:band2V>
    <a:lastCol>
      <a:tcTxStyle b="on">
        <a:font>
          <a:latin typeface="Garamond"/>
          <a:ea typeface="Garamond"/>
          <a:cs typeface="Garamond"/>
        </a:font>
        <a:schemeClr val="lt1"/>
      </a:tcTxStyle>
      <a:tcStyle>
        <a:tcBdr/>
        <a:fill>
          <a:solidFill>
            <a:schemeClr val="accent1"/>
          </a:solidFill>
        </a:fill>
      </a:tcStyle>
    </a:lastCol>
    <a:firstCol>
      <a:tcTxStyle b="on">
        <a:font>
          <a:latin typeface="Garamond"/>
          <a:ea typeface="Garamond"/>
          <a:cs typeface="Garamond"/>
        </a:font>
        <a:schemeClr val="lt1"/>
      </a:tcTxStyle>
      <a:tcStyle>
        <a:tcBdr/>
        <a:fill>
          <a:solidFill>
            <a:schemeClr val="accent1"/>
          </a:solidFill>
        </a:fill>
      </a:tcStyle>
    </a:firstCol>
    <a:lastRow>
      <a:tcTxStyle b="on">
        <a:font>
          <a:latin typeface="Garamond"/>
          <a:ea typeface="Garamond"/>
          <a:cs typeface="Garamond"/>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Garamond"/>
          <a:ea typeface="Garamond"/>
          <a:cs typeface="Garamond"/>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font" Target="fonts/font6.fntdata"/><Relationship Id="rId47" Type="http://schemas.openxmlformats.org/officeDocument/2006/relationships/font" Target="fonts/font5.fntdata"/><Relationship Id="rId46" Type="http://schemas.openxmlformats.org/officeDocument/2006/relationships/font" Target="fonts/font4.fntdata"/><Relationship Id="rId45" Type="http://schemas.openxmlformats.org/officeDocument/2006/relationships/font" Target="fonts/font3.fntdata"/><Relationship Id="rId44" Type="http://schemas.openxmlformats.org/officeDocument/2006/relationships/font" Target="fonts/font2.fntdata"/><Relationship Id="rId43" Type="http://schemas.openxmlformats.org/officeDocument/2006/relationships/font" Target="fonts/font1.fntdata"/><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9" name="Google Shape;149;p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5" name="Google Shape;155;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1" name="Google Shape;161;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7" name="Google Shape;167;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4" name="Google Shape;174;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3" name="Google Shape;183;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p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8" name="Google Shape;198;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2" name="Shape 202"/>
        <p:cNvGrpSpPr/>
        <p:nvPr/>
      </p:nvGrpSpPr>
      <p:grpSpPr>
        <a:xfrm>
          <a:off x="0" y="0"/>
          <a:ext cx="0" cy="0"/>
          <a:chOff x="0" y="0"/>
          <a:chExt cx="0" cy="0"/>
        </a:xfrm>
      </p:grpSpPr>
      <p:sp>
        <p:nvSpPr>
          <p:cNvPr id="203" name="Google Shape;203;p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4" name="Google Shape;204;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8" name="Shape 208"/>
        <p:cNvGrpSpPr/>
        <p:nvPr/>
      </p:nvGrpSpPr>
      <p:grpSpPr>
        <a:xfrm>
          <a:off x="0" y="0"/>
          <a:ext cx="0" cy="0"/>
          <a:chOff x="0" y="0"/>
          <a:chExt cx="0" cy="0"/>
        </a:xfrm>
      </p:grpSpPr>
      <p:sp>
        <p:nvSpPr>
          <p:cNvPr id="209" name="Google Shape;209;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10" name="Google Shape;210;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2" name="Shape 232"/>
        <p:cNvGrpSpPr/>
        <p:nvPr/>
      </p:nvGrpSpPr>
      <p:grpSpPr>
        <a:xfrm>
          <a:off x="0" y="0"/>
          <a:ext cx="0" cy="0"/>
          <a:chOff x="0" y="0"/>
          <a:chExt cx="0" cy="0"/>
        </a:xfrm>
      </p:grpSpPr>
      <p:sp>
        <p:nvSpPr>
          <p:cNvPr id="233" name="Google Shape;233;p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34" name="Google Shape;234;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8" name="Shape 238"/>
        <p:cNvGrpSpPr/>
        <p:nvPr/>
      </p:nvGrpSpPr>
      <p:grpSpPr>
        <a:xfrm>
          <a:off x="0" y="0"/>
          <a:ext cx="0" cy="0"/>
          <a:chOff x="0" y="0"/>
          <a:chExt cx="0" cy="0"/>
        </a:xfrm>
      </p:grpSpPr>
      <p:sp>
        <p:nvSpPr>
          <p:cNvPr id="239" name="Google Shape;239;p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40" name="Google Shape;240;p1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6" name="Shape 246"/>
        <p:cNvGrpSpPr/>
        <p:nvPr/>
      </p:nvGrpSpPr>
      <p:grpSpPr>
        <a:xfrm>
          <a:off x="0" y="0"/>
          <a:ext cx="0" cy="0"/>
          <a:chOff x="0" y="0"/>
          <a:chExt cx="0" cy="0"/>
        </a:xfrm>
      </p:grpSpPr>
      <p:sp>
        <p:nvSpPr>
          <p:cNvPr id="247" name="Google Shape;247;p1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48" name="Google Shape;248;p1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3" name="Shape 253"/>
        <p:cNvGrpSpPr/>
        <p:nvPr/>
      </p:nvGrpSpPr>
      <p:grpSpPr>
        <a:xfrm>
          <a:off x="0" y="0"/>
          <a:ext cx="0" cy="0"/>
          <a:chOff x="0" y="0"/>
          <a:chExt cx="0" cy="0"/>
        </a:xfrm>
      </p:grpSpPr>
      <p:sp>
        <p:nvSpPr>
          <p:cNvPr id="254" name="Google Shape;254;p1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55" name="Google Shape;255;p1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1" name="Shape 261"/>
        <p:cNvGrpSpPr/>
        <p:nvPr/>
      </p:nvGrpSpPr>
      <p:grpSpPr>
        <a:xfrm>
          <a:off x="0" y="0"/>
          <a:ext cx="0" cy="0"/>
          <a:chOff x="0" y="0"/>
          <a:chExt cx="0" cy="0"/>
        </a:xfrm>
      </p:grpSpPr>
      <p:sp>
        <p:nvSpPr>
          <p:cNvPr id="262" name="Google Shape;262;p1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63" name="Google Shape;263;p1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p1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70" name="Google Shape;270;p1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6" name="Shape 276"/>
        <p:cNvGrpSpPr/>
        <p:nvPr/>
      </p:nvGrpSpPr>
      <p:grpSpPr>
        <a:xfrm>
          <a:off x="0" y="0"/>
          <a:ext cx="0" cy="0"/>
          <a:chOff x="0" y="0"/>
          <a:chExt cx="0" cy="0"/>
        </a:xfrm>
      </p:grpSpPr>
      <p:sp>
        <p:nvSpPr>
          <p:cNvPr id="277" name="Google Shape;277;p1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78" name="Google Shape;278;p1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3" name="Shape 283"/>
        <p:cNvGrpSpPr/>
        <p:nvPr/>
      </p:nvGrpSpPr>
      <p:grpSpPr>
        <a:xfrm>
          <a:off x="0" y="0"/>
          <a:ext cx="0" cy="0"/>
          <a:chOff x="0" y="0"/>
          <a:chExt cx="0" cy="0"/>
        </a:xfrm>
      </p:grpSpPr>
      <p:sp>
        <p:nvSpPr>
          <p:cNvPr id="284" name="Google Shape;284;p1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85" name="Google Shape;285;p1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0" name="Shape 290"/>
        <p:cNvGrpSpPr/>
        <p:nvPr/>
      </p:nvGrpSpPr>
      <p:grpSpPr>
        <a:xfrm>
          <a:off x="0" y="0"/>
          <a:ext cx="0" cy="0"/>
          <a:chOff x="0" y="0"/>
          <a:chExt cx="0" cy="0"/>
        </a:xfrm>
      </p:grpSpPr>
      <p:sp>
        <p:nvSpPr>
          <p:cNvPr id="291" name="Google Shape;291;p1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92" name="Google Shape;292;p1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7" name="Shape 297"/>
        <p:cNvGrpSpPr/>
        <p:nvPr/>
      </p:nvGrpSpPr>
      <p:grpSpPr>
        <a:xfrm>
          <a:off x="0" y="0"/>
          <a:ext cx="0" cy="0"/>
          <a:chOff x="0" y="0"/>
          <a:chExt cx="0" cy="0"/>
        </a:xfrm>
      </p:grpSpPr>
      <p:sp>
        <p:nvSpPr>
          <p:cNvPr id="298" name="Google Shape;298;p2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99" name="Google Shape;299;p2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4" name="Shape 304"/>
        <p:cNvGrpSpPr/>
        <p:nvPr/>
      </p:nvGrpSpPr>
      <p:grpSpPr>
        <a:xfrm>
          <a:off x="0" y="0"/>
          <a:ext cx="0" cy="0"/>
          <a:chOff x="0" y="0"/>
          <a:chExt cx="0" cy="0"/>
        </a:xfrm>
      </p:grpSpPr>
      <p:sp>
        <p:nvSpPr>
          <p:cNvPr id="305" name="Google Shape;305;p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06" name="Google Shape;306;p2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0" name="Shape 310"/>
        <p:cNvGrpSpPr/>
        <p:nvPr/>
      </p:nvGrpSpPr>
      <p:grpSpPr>
        <a:xfrm>
          <a:off x="0" y="0"/>
          <a:ext cx="0" cy="0"/>
          <a:chOff x="0" y="0"/>
          <a:chExt cx="0" cy="0"/>
        </a:xfrm>
      </p:grpSpPr>
      <p:sp>
        <p:nvSpPr>
          <p:cNvPr id="311" name="Google Shape;311;p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12" name="Google Shape;312;p2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316"/>
        <p:cNvGrpSpPr/>
        <p:nvPr/>
      </p:nvGrpSpPr>
      <p:grpSpPr>
        <a:xfrm>
          <a:off x="0" y="0"/>
          <a:ext cx="0" cy="0"/>
          <a:chOff x="0" y="0"/>
          <a:chExt cx="0" cy="0"/>
        </a:xfrm>
      </p:grpSpPr>
      <p:sp>
        <p:nvSpPr>
          <p:cNvPr id="317" name="Google Shape;317;p2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18" name="Google Shape;318;p2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3" name="Shape 323"/>
        <p:cNvGrpSpPr/>
        <p:nvPr/>
      </p:nvGrpSpPr>
      <p:grpSpPr>
        <a:xfrm>
          <a:off x="0" y="0"/>
          <a:ext cx="0" cy="0"/>
          <a:chOff x="0" y="0"/>
          <a:chExt cx="0" cy="0"/>
        </a:xfrm>
      </p:grpSpPr>
      <p:sp>
        <p:nvSpPr>
          <p:cNvPr id="324" name="Google Shape;324;p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25" name="Google Shape;325;p2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0" name="Shape 330"/>
        <p:cNvGrpSpPr/>
        <p:nvPr/>
      </p:nvGrpSpPr>
      <p:grpSpPr>
        <a:xfrm>
          <a:off x="0" y="0"/>
          <a:ext cx="0" cy="0"/>
          <a:chOff x="0" y="0"/>
          <a:chExt cx="0" cy="0"/>
        </a:xfrm>
      </p:grpSpPr>
      <p:sp>
        <p:nvSpPr>
          <p:cNvPr id="331" name="Google Shape;331;p2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32" name="Google Shape;332;p2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7" name="Shape 337"/>
        <p:cNvGrpSpPr/>
        <p:nvPr/>
      </p:nvGrpSpPr>
      <p:grpSpPr>
        <a:xfrm>
          <a:off x="0" y="0"/>
          <a:ext cx="0" cy="0"/>
          <a:chOff x="0" y="0"/>
          <a:chExt cx="0" cy="0"/>
        </a:xfrm>
      </p:grpSpPr>
      <p:sp>
        <p:nvSpPr>
          <p:cNvPr id="338" name="Google Shape;338;p2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39" name="Google Shape;339;p2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4" name="Shape 344"/>
        <p:cNvGrpSpPr/>
        <p:nvPr/>
      </p:nvGrpSpPr>
      <p:grpSpPr>
        <a:xfrm>
          <a:off x="0" y="0"/>
          <a:ext cx="0" cy="0"/>
          <a:chOff x="0" y="0"/>
          <a:chExt cx="0" cy="0"/>
        </a:xfrm>
      </p:grpSpPr>
      <p:sp>
        <p:nvSpPr>
          <p:cNvPr id="345" name="Google Shape;345;p2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46" name="Google Shape;346;p2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0" name="Shape 350"/>
        <p:cNvGrpSpPr/>
        <p:nvPr/>
      </p:nvGrpSpPr>
      <p:grpSpPr>
        <a:xfrm>
          <a:off x="0" y="0"/>
          <a:ext cx="0" cy="0"/>
          <a:chOff x="0" y="0"/>
          <a:chExt cx="0" cy="0"/>
        </a:xfrm>
      </p:grpSpPr>
      <p:sp>
        <p:nvSpPr>
          <p:cNvPr id="351" name="Google Shape;351;p2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52" name="Google Shape;352;p2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2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58" name="Google Shape;358;p2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2" name="Shape 362"/>
        <p:cNvGrpSpPr/>
        <p:nvPr/>
      </p:nvGrpSpPr>
      <p:grpSpPr>
        <a:xfrm>
          <a:off x="0" y="0"/>
          <a:ext cx="0" cy="0"/>
          <a:chOff x="0" y="0"/>
          <a:chExt cx="0" cy="0"/>
        </a:xfrm>
      </p:grpSpPr>
      <p:sp>
        <p:nvSpPr>
          <p:cNvPr id="363" name="Google Shape;363;p3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64" name="Google Shape;364;p3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2" name="Shape 392"/>
        <p:cNvGrpSpPr/>
        <p:nvPr/>
      </p:nvGrpSpPr>
      <p:grpSpPr>
        <a:xfrm>
          <a:off x="0" y="0"/>
          <a:ext cx="0" cy="0"/>
          <a:chOff x="0" y="0"/>
          <a:chExt cx="0" cy="0"/>
        </a:xfrm>
      </p:grpSpPr>
      <p:sp>
        <p:nvSpPr>
          <p:cNvPr id="393" name="Google Shape;393;p4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94" name="Google Shape;394;p4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16" name="Shape 16"/>
        <p:cNvGrpSpPr/>
        <p:nvPr/>
      </p:nvGrpSpPr>
      <p:grpSpPr>
        <a:xfrm>
          <a:off x="0" y="0"/>
          <a:ext cx="0" cy="0"/>
          <a:chOff x="0" y="0"/>
          <a:chExt cx="0" cy="0"/>
        </a:xfrm>
      </p:grpSpPr>
      <p:grpSp>
        <p:nvGrpSpPr>
          <p:cNvPr id="17" name="Google Shape;17;p46"/>
          <p:cNvGrpSpPr/>
          <p:nvPr/>
        </p:nvGrpSpPr>
        <p:grpSpPr>
          <a:xfrm>
            <a:off x="-16934" y="0"/>
            <a:ext cx="12231160" cy="6856214"/>
            <a:chOff x="-16934" y="0"/>
            <a:chExt cx="12231160" cy="6856214"/>
          </a:xfrm>
        </p:grpSpPr>
        <p:pic>
          <p:nvPicPr>
            <p:cNvPr id="18" name="Google Shape;18;p46" descr="HD-PanelTitleR1.png"/>
            <p:cNvPicPr preferRelativeResize="0"/>
            <p:nvPr/>
          </p:nvPicPr>
          <p:blipFill rotWithShape="1">
            <a:blip r:embed="rId2"/>
            <a:srcRect/>
            <a:stretch>
              <a:fillRect/>
            </a:stretch>
          </p:blipFill>
          <p:spPr>
            <a:xfrm>
              <a:off x="0" y="0"/>
              <a:ext cx="12188825" cy="6856214"/>
            </a:xfrm>
            <a:prstGeom prst="rect">
              <a:avLst/>
            </a:prstGeom>
            <a:noFill/>
            <a:ln>
              <a:noFill/>
            </a:ln>
          </p:spPr>
        </p:pic>
        <p:sp>
          <p:nvSpPr>
            <p:cNvPr id="19" name="Google Shape;19;p46"/>
            <p:cNvSpPr/>
            <p:nvPr/>
          </p:nvSpPr>
          <p:spPr>
            <a:xfrm>
              <a:off x="2328332" y="1540931"/>
              <a:ext cx="7543802" cy="3835401"/>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 name="Google Shape;20;p46" descr="HDRibbonTitle-UniformTrim.png"/>
            <p:cNvPicPr preferRelativeResize="0"/>
            <p:nvPr/>
          </p:nvPicPr>
          <p:blipFill rotWithShape="1">
            <a:blip r:embed="rId3"/>
            <a:srcRect/>
            <a:stretch>
              <a:fillRect/>
            </a:stretch>
          </p:blipFill>
          <p:spPr>
            <a:xfrm>
              <a:off x="-16934" y="3147609"/>
              <a:ext cx="2478024" cy="612648"/>
            </a:xfrm>
            <a:prstGeom prst="rect">
              <a:avLst/>
            </a:prstGeom>
            <a:noFill/>
            <a:ln>
              <a:noFill/>
            </a:ln>
          </p:spPr>
        </p:pic>
        <p:pic>
          <p:nvPicPr>
            <p:cNvPr id="21" name="Google Shape;21;p46" descr="HDRibbonTitle-UniformTrim.png"/>
            <p:cNvPicPr preferRelativeResize="0"/>
            <p:nvPr/>
          </p:nvPicPr>
          <p:blipFill rotWithShape="1">
            <a:blip r:embed="rId3"/>
            <a:srcRect/>
            <a:stretch>
              <a:fillRect/>
            </a:stretch>
          </p:blipFill>
          <p:spPr>
            <a:xfrm>
              <a:off x="9736202" y="3147609"/>
              <a:ext cx="2478024" cy="612648"/>
            </a:xfrm>
            <a:prstGeom prst="rect">
              <a:avLst/>
            </a:prstGeom>
            <a:noFill/>
            <a:ln>
              <a:noFill/>
            </a:ln>
          </p:spPr>
        </p:pic>
      </p:grpSp>
      <p:sp>
        <p:nvSpPr>
          <p:cNvPr id="22" name="Google Shape;22;p46"/>
          <p:cNvSpPr txBox="1"/>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rgbClr val="262626"/>
              </a:buClr>
              <a:buSzPts val="5400"/>
              <a:buFont typeface="Garamond" panose="02020404030301010803"/>
              <a:buNone/>
              <a:defRPr sz="54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6"/>
          <p:cNvSpPr txBox="1"/>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20"/>
              </a:spcBef>
              <a:spcAft>
                <a:spcPts val="0"/>
              </a:spcAft>
              <a:buSzPts val="2415"/>
              <a:buNone/>
              <a:defRPr sz="2100">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ctr">
              <a:lnSpc>
                <a:spcPct val="100000"/>
              </a:lnSpc>
              <a:spcBef>
                <a:spcPts val="600"/>
              </a:spcBef>
              <a:spcAft>
                <a:spcPts val="0"/>
              </a:spcAft>
              <a:buSzPts val="2300"/>
              <a:buNone/>
              <a:defRPr>
                <a:solidFill>
                  <a:srgbClr val="888888"/>
                </a:solidFill>
              </a:defRPr>
            </a:lvl2pPr>
            <a:lvl3pPr lvl="2" algn="ctr">
              <a:lnSpc>
                <a:spcPct val="100000"/>
              </a:lnSpc>
              <a:spcBef>
                <a:spcPts val="600"/>
              </a:spcBef>
              <a:spcAft>
                <a:spcPts val="0"/>
              </a:spcAft>
              <a:buSzPts val="2070"/>
              <a:buNone/>
              <a:defRPr>
                <a:solidFill>
                  <a:srgbClr val="888888"/>
                </a:solidFill>
              </a:defRPr>
            </a:lvl3pPr>
            <a:lvl4pPr lvl="3" algn="ctr">
              <a:lnSpc>
                <a:spcPct val="100000"/>
              </a:lnSpc>
              <a:spcBef>
                <a:spcPts val="600"/>
              </a:spcBef>
              <a:spcAft>
                <a:spcPts val="0"/>
              </a:spcAft>
              <a:buSzPts val="1840"/>
              <a:buNone/>
              <a:defRPr>
                <a:solidFill>
                  <a:srgbClr val="888888"/>
                </a:solidFill>
              </a:defRPr>
            </a:lvl4pPr>
            <a:lvl5pPr lvl="4" algn="ctr">
              <a:lnSpc>
                <a:spcPct val="100000"/>
              </a:lnSpc>
              <a:spcBef>
                <a:spcPts val="600"/>
              </a:spcBef>
              <a:spcAft>
                <a:spcPts val="0"/>
              </a:spcAft>
              <a:buSzPts val="1610"/>
              <a:buNone/>
              <a:defRPr>
                <a:solidFill>
                  <a:srgbClr val="888888"/>
                </a:solidFill>
              </a:defRPr>
            </a:lvl5pPr>
            <a:lvl6pPr lvl="5" algn="ctr">
              <a:lnSpc>
                <a:spcPct val="100000"/>
              </a:lnSpc>
              <a:spcBef>
                <a:spcPts val="600"/>
              </a:spcBef>
              <a:spcAft>
                <a:spcPts val="0"/>
              </a:spcAft>
              <a:buSzPts val="1610"/>
              <a:buNone/>
              <a:defRPr>
                <a:solidFill>
                  <a:srgbClr val="888888"/>
                </a:solidFill>
              </a:defRPr>
            </a:lvl6pPr>
            <a:lvl7pPr lvl="6" algn="ctr">
              <a:lnSpc>
                <a:spcPct val="100000"/>
              </a:lnSpc>
              <a:spcBef>
                <a:spcPts val="600"/>
              </a:spcBef>
              <a:spcAft>
                <a:spcPts val="0"/>
              </a:spcAft>
              <a:buSzPts val="1610"/>
              <a:buNone/>
              <a:defRPr>
                <a:solidFill>
                  <a:srgbClr val="888888"/>
                </a:solidFill>
              </a:defRPr>
            </a:lvl7pPr>
            <a:lvl8pPr lvl="7" algn="ctr">
              <a:lnSpc>
                <a:spcPct val="100000"/>
              </a:lnSpc>
              <a:spcBef>
                <a:spcPts val="600"/>
              </a:spcBef>
              <a:spcAft>
                <a:spcPts val="0"/>
              </a:spcAft>
              <a:buSzPts val="1610"/>
              <a:buNone/>
              <a:defRPr>
                <a:solidFill>
                  <a:srgbClr val="888888"/>
                </a:solidFill>
              </a:defRPr>
            </a:lvl8pPr>
            <a:lvl9pPr lvl="8" algn="ctr">
              <a:lnSpc>
                <a:spcPct val="100000"/>
              </a:lnSpc>
              <a:spcBef>
                <a:spcPts val="600"/>
              </a:spcBef>
              <a:spcAft>
                <a:spcPts val="600"/>
              </a:spcAft>
              <a:buSzPts val="1610"/>
              <a:buNone/>
              <a:defRPr>
                <a:solidFill>
                  <a:srgbClr val="888888"/>
                </a:solidFill>
              </a:defRPr>
            </a:lvl9pPr>
          </a:lstStyle>
          <a:p/>
        </p:txBody>
      </p:sp>
      <p:sp>
        <p:nvSpPr>
          <p:cNvPr id="24" name="Google Shape;24;p46"/>
          <p:cNvSpPr txBox="1"/>
          <p:nvPr>
            <p:ph type="dt" idx="10"/>
          </p:nvPr>
        </p:nvSpPr>
        <p:spPr>
          <a:xfrm>
            <a:off x="7983232" y="5037663"/>
            <a:ext cx="897467"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6"/>
          <p:cNvSpPr txBox="1"/>
          <p:nvPr>
            <p:ph type="ftr" idx="11"/>
          </p:nvPr>
        </p:nvSpPr>
        <p:spPr>
          <a:xfrm>
            <a:off x="2692397" y="5037663"/>
            <a:ext cx="5214635"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6"/>
          <p:cNvSpPr txBox="1"/>
          <p:nvPr>
            <p:ph type="sldNum" idx="12"/>
          </p:nvPr>
        </p:nvSpPr>
        <p:spPr>
          <a:xfrm>
            <a:off x="8956900" y="5037663"/>
            <a:ext cx="55116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cxnSp>
        <p:nvCxnSpPr>
          <p:cNvPr id="27" name="Google Shape;27;p46"/>
          <p:cNvCxnSpPr/>
          <p:nvPr/>
        </p:nvCxnSpPr>
        <p:spPr>
          <a:xfrm>
            <a:off x="2692399" y="3522131"/>
            <a:ext cx="681566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8" name="Shape 28"/>
        <p:cNvGrpSpPr/>
        <p:nvPr/>
      </p:nvGrpSpPr>
      <p:grpSpPr>
        <a:xfrm>
          <a:off x="0" y="0"/>
          <a:ext cx="0" cy="0"/>
          <a:chOff x="0" y="0"/>
          <a:chExt cx="0" cy="0"/>
        </a:xfrm>
      </p:grpSpPr>
      <p:cxnSp>
        <p:nvCxnSpPr>
          <p:cNvPr id="29" name="Google Shape;29;p47"/>
          <p:cNvCxnSpPr/>
          <p:nvPr/>
        </p:nvCxnSpPr>
        <p:spPr>
          <a:xfrm rot="10800000" flipH="1">
            <a:off x="667295" y="1298717"/>
            <a:ext cx="10835591" cy="49321"/>
          </a:xfrm>
          <a:prstGeom prst="straightConnector1">
            <a:avLst/>
          </a:prstGeom>
          <a:noFill/>
          <a:ln w="15875" cap="flat" cmpd="sng">
            <a:solidFill>
              <a:schemeClr val="accent1"/>
            </a:solidFill>
            <a:prstDash val="solid"/>
            <a:round/>
            <a:headEnd type="none" w="sm" len="sm"/>
            <a:tailEnd type="none" w="sm" len="sm"/>
          </a:ln>
        </p:spPr>
      </p:cxnSp>
      <p:sp>
        <p:nvSpPr>
          <p:cNvPr id="30" name="Google Shape;30;p47"/>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1800"/>
              <a:buNone/>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7"/>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60045" algn="l">
              <a:lnSpc>
                <a:spcPct val="100000"/>
              </a:lnSpc>
              <a:spcBef>
                <a:spcPts val="600"/>
              </a:spcBef>
              <a:spcAft>
                <a:spcPts val="0"/>
              </a:spcAft>
              <a:buSzPts val="2070"/>
              <a:buChar char="•"/>
              <a:defRPr/>
            </a:lvl2pPr>
            <a:lvl3pPr marL="1371600" lvl="2" indent="-360045" algn="l">
              <a:lnSpc>
                <a:spcPct val="100000"/>
              </a:lnSpc>
              <a:spcBef>
                <a:spcPts val="600"/>
              </a:spcBef>
              <a:spcAft>
                <a:spcPts val="0"/>
              </a:spcAft>
              <a:buSzPts val="2070"/>
              <a:buChar char="•"/>
              <a:defRPr/>
            </a:lvl3pPr>
            <a:lvl4pPr marL="1828800" lvl="3" indent="-360045"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p:txBody>
      </p:sp>
      <p:sp>
        <p:nvSpPr>
          <p:cNvPr id="32" name="Google Shape;32;p47"/>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7"/>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7"/>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5" name="Shape 35"/>
        <p:cNvGrpSpPr/>
        <p:nvPr/>
      </p:nvGrpSpPr>
      <p:grpSpPr>
        <a:xfrm>
          <a:off x="0" y="0"/>
          <a:ext cx="0" cy="0"/>
          <a:chOff x="0" y="0"/>
          <a:chExt cx="0" cy="0"/>
        </a:xfrm>
      </p:grpSpPr>
      <p:sp>
        <p:nvSpPr>
          <p:cNvPr id="36" name="Google Shape;36;p48"/>
          <p:cNvSpPr txBox="1"/>
          <p:nvPr>
            <p:ph type="title"/>
          </p:nvPr>
        </p:nvSpPr>
        <p:spPr>
          <a:xfrm>
            <a:off x="2015069" y="1752606"/>
            <a:ext cx="8158688" cy="1822514"/>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4400"/>
              <a:buFont typeface="Garamond" panose="02020404030301010803"/>
              <a:buNone/>
              <a:defRPr sz="4400" b="0" cap="none">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8"/>
          <p:cNvSpPr txBox="1"/>
          <p:nvPr>
            <p:ph type="body" idx="1"/>
          </p:nvPr>
        </p:nvSpPr>
        <p:spPr>
          <a:xfrm>
            <a:off x="2015067" y="3846051"/>
            <a:ext cx="8158690" cy="954547"/>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480"/>
              </a:spcBef>
              <a:spcAft>
                <a:spcPts val="0"/>
              </a:spcAft>
              <a:buSzPts val="2760"/>
              <a:buNone/>
              <a:defRPr sz="2400">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p:txBody>
      </p:sp>
      <p:sp>
        <p:nvSpPr>
          <p:cNvPr id="38" name="Google Shape;38;p48"/>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8"/>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8"/>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cxnSp>
        <p:nvCxnSpPr>
          <p:cNvPr id="41" name="Google Shape;41;p48"/>
          <p:cNvCxnSpPr/>
          <p:nvPr/>
        </p:nvCxnSpPr>
        <p:spPr>
          <a:xfrm>
            <a:off x="2012723" y="3710585"/>
            <a:ext cx="8163380"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42" name="Shape 42"/>
        <p:cNvGrpSpPr/>
        <p:nvPr/>
      </p:nvGrpSpPr>
      <p:grpSpPr>
        <a:xfrm>
          <a:off x="0" y="0"/>
          <a:ext cx="0" cy="0"/>
          <a:chOff x="0" y="0"/>
          <a:chExt cx="0" cy="0"/>
        </a:xfrm>
      </p:grpSpPr>
      <p:cxnSp>
        <p:nvCxnSpPr>
          <p:cNvPr id="43" name="Google Shape;43;p49"/>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44" name="Google Shape;44;p49"/>
          <p:cNvSpPr txBox="1"/>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1800"/>
              <a:buNone/>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9"/>
          <p:cNvSpPr txBox="1"/>
          <p:nvPr>
            <p:ph type="body" idx="1"/>
          </p:nvPr>
        </p:nvSpPr>
        <p:spPr>
          <a:xfrm>
            <a:off x="1298448"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60045" algn="l">
              <a:lnSpc>
                <a:spcPct val="100000"/>
              </a:lnSpc>
              <a:spcBef>
                <a:spcPts val="600"/>
              </a:spcBef>
              <a:spcAft>
                <a:spcPts val="0"/>
              </a:spcAft>
              <a:buSzPts val="2070"/>
              <a:buChar char="•"/>
              <a:defRPr/>
            </a:lvl2pPr>
            <a:lvl3pPr marL="1371600" lvl="2" indent="-360045" algn="l">
              <a:lnSpc>
                <a:spcPct val="100000"/>
              </a:lnSpc>
              <a:spcBef>
                <a:spcPts val="600"/>
              </a:spcBef>
              <a:spcAft>
                <a:spcPts val="0"/>
              </a:spcAft>
              <a:buSzPts val="2070"/>
              <a:buChar char="•"/>
              <a:defRPr/>
            </a:lvl3pPr>
            <a:lvl4pPr marL="1828800" lvl="3" indent="-360045"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p:txBody>
      </p:sp>
      <p:sp>
        <p:nvSpPr>
          <p:cNvPr id="46" name="Google Shape;46;p49"/>
          <p:cNvSpPr txBox="1"/>
          <p:nvPr>
            <p:ph type="body" idx="2"/>
          </p:nvPr>
        </p:nvSpPr>
        <p:spPr>
          <a:xfrm>
            <a:off x="6181344"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60045" algn="l">
              <a:lnSpc>
                <a:spcPct val="100000"/>
              </a:lnSpc>
              <a:spcBef>
                <a:spcPts val="600"/>
              </a:spcBef>
              <a:spcAft>
                <a:spcPts val="0"/>
              </a:spcAft>
              <a:buSzPts val="2070"/>
              <a:buChar char="•"/>
              <a:defRPr/>
            </a:lvl2pPr>
            <a:lvl3pPr marL="1371600" lvl="2" indent="-360045" algn="l">
              <a:lnSpc>
                <a:spcPct val="100000"/>
              </a:lnSpc>
              <a:spcBef>
                <a:spcPts val="600"/>
              </a:spcBef>
              <a:spcAft>
                <a:spcPts val="0"/>
              </a:spcAft>
              <a:buSzPts val="2070"/>
              <a:buChar char="•"/>
              <a:defRPr/>
            </a:lvl3pPr>
            <a:lvl4pPr marL="1828800" lvl="3" indent="-360045"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p:txBody>
      </p:sp>
      <p:sp>
        <p:nvSpPr>
          <p:cNvPr id="47" name="Google Shape;47;p49"/>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9"/>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9"/>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50" name="Shape 50"/>
        <p:cNvGrpSpPr/>
        <p:nvPr/>
      </p:nvGrpSpPr>
      <p:grpSpPr>
        <a:xfrm>
          <a:off x="0" y="0"/>
          <a:ext cx="0" cy="0"/>
          <a:chOff x="0" y="0"/>
          <a:chExt cx="0" cy="0"/>
        </a:xfrm>
      </p:grpSpPr>
      <p:sp>
        <p:nvSpPr>
          <p:cNvPr id="51" name="Google Shape;51;p50"/>
          <p:cNvSpPr txBox="1"/>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4400"/>
              <a:buFont typeface="Garamond" panose="02020404030301010803"/>
              <a:buNone/>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0"/>
          <p:cNvSpPr txBox="1"/>
          <p:nvPr>
            <p:ph type="body" idx="1"/>
          </p:nvPr>
        </p:nvSpPr>
        <p:spPr>
          <a:xfrm>
            <a:off x="129540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70"/>
              </a:spcBef>
              <a:spcAft>
                <a:spcPts val="0"/>
              </a:spcAft>
              <a:buSzPts val="3220"/>
              <a:buNone/>
              <a:defRPr sz="2800" b="0">
                <a:solidFill>
                  <a:schemeClr val="accent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300"/>
              <a:buNone/>
              <a:defRPr sz="2000" b="1"/>
            </a:lvl2pPr>
            <a:lvl3pPr marL="1371600" lvl="2" indent="-228600" algn="l">
              <a:lnSpc>
                <a:spcPct val="100000"/>
              </a:lnSpc>
              <a:spcBef>
                <a:spcPts val="600"/>
              </a:spcBef>
              <a:spcAft>
                <a:spcPts val="0"/>
              </a:spcAft>
              <a:buSzPts val="2070"/>
              <a:buNone/>
              <a:defRPr sz="1800" b="1"/>
            </a:lvl3pPr>
            <a:lvl4pPr marL="1828800" lvl="3" indent="-228600" algn="l">
              <a:lnSpc>
                <a:spcPct val="100000"/>
              </a:lnSpc>
              <a:spcBef>
                <a:spcPts val="600"/>
              </a:spcBef>
              <a:spcAft>
                <a:spcPts val="0"/>
              </a:spcAft>
              <a:buSzPts val="1840"/>
              <a:buNone/>
              <a:defRPr sz="1600" b="1"/>
            </a:lvl4pPr>
            <a:lvl5pPr marL="2286000" lvl="4" indent="-228600" algn="l">
              <a:lnSpc>
                <a:spcPct val="100000"/>
              </a:lnSpc>
              <a:spcBef>
                <a:spcPts val="600"/>
              </a:spcBef>
              <a:spcAft>
                <a:spcPts val="0"/>
              </a:spcAft>
              <a:buSzPts val="1840"/>
              <a:buNone/>
              <a:defRPr sz="1600" b="1"/>
            </a:lvl5pPr>
            <a:lvl6pPr marL="2743200" lvl="5" indent="-228600" algn="l">
              <a:lnSpc>
                <a:spcPct val="100000"/>
              </a:lnSpc>
              <a:spcBef>
                <a:spcPts val="600"/>
              </a:spcBef>
              <a:spcAft>
                <a:spcPts val="0"/>
              </a:spcAft>
              <a:buSzPts val="1840"/>
              <a:buNone/>
              <a:defRPr sz="1600" b="1"/>
            </a:lvl6pPr>
            <a:lvl7pPr marL="3200400" lvl="6" indent="-228600" algn="l">
              <a:lnSpc>
                <a:spcPct val="100000"/>
              </a:lnSpc>
              <a:spcBef>
                <a:spcPts val="600"/>
              </a:spcBef>
              <a:spcAft>
                <a:spcPts val="0"/>
              </a:spcAft>
              <a:buSzPts val="1840"/>
              <a:buNone/>
              <a:defRPr sz="1600" b="1"/>
            </a:lvl7pPr>
            <a:lvl8pPr marL="3657600" lvl="7" indent="-228600" algn="l">
              <a:lnSpc>
                <a:spcPct val="100000"/>
              </a:lnSpc>
              <a:spcBef>
                <a:spcPts val="600"/>
              </a:spcBef>
              <a:spcAft>
                <a:spcPts val="0"/>
              </a:spcAft>
              <a:buSzPts val="1840"/>
              <a:buNone/>
              <a:defRPr sz="1600" b="1"/>
            </a:lvl8pPr>
            <a:lvl9pPr marL="4114800" lvl="8" indent="-228600" algn="l">
              <a:lnSpc>
                <a:spcPct val="100000"/>
              </a:lnSpc>
              <a:spcBef>
                <a:spcPts val="600"/>
              </a:spcBef>
              <a:spcAft>
                <a:spcPts val="600"/>
              </a:spcAft>
              <a:buSzPts val="1840"/>
              <a:buNone/>
              <a:defRPr sz="1600" b="1"/>
            </a:lvl9pPr>
          </a:lstStyle>
          <a:p/>
        </p:txBody>
      </p:sp>
      <p:sp>
        <p:nvSpPr>
          <p:cNvPr id="53" name="Google Shape;53;p50"/>
          <p:cNvSpPr txBox="1"/>
          <p:nvPr>
            <p:ph type="body" idx="2"/>
          </p:nvPr>
        </p:nvSpPr>
        <p:spPr>
          <a:xfrm>
            <a:off x="129540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60045" algn="l">
              <a:lnSpc>
                <a:spcPct val="100000"/>
              </a:lnSpc>
              <a:spcBef>
                <a:spcPts val="600"/>
              </a:spcBef>
              <a:spcAft>
                <a:spcPts val="0"/>
              </a:spcAft>
              <a:buSzPts val="2070"/>
              <a:buChar char="•"/>
              <a:defRPr/>
            </a:lvl2pPr>
            <a:lvl3pPr marL="1371600" lvl="2" indent="-360045" algn="l">
              <a:lnSpc>
                <a:spcPct val="100000"/>
              </a:lnSpc>
              <a:spcBef>
                <a:spcPts val="600"/>
              </a:spcBef>
              <a:spcAft>
                <a:spcPts val="0"/>
              </a:spcAft>
              <a:buSzPts val="2070"/>
              <a:buChar char="•"/>
              <a:defRPr/>
            </a:lvl3pPr>
            <a:lvl4pPr marL="1828800" lvl="3" indent="-360045"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p:txBody>
      </p:sp>
      <p:sp>
        <p:nvSpPr>
          <p:cNvPr id="54" name="Google Shape;54;p50"/>
          <p:cNvSpPr txBox="1"/>
          <p:nvPr>
            <p:ph type="body" idx="3"/>
          </p:nvPr>
        </p:nvSpPr>
        <p:spPr>
          <a:xfrm>
            <a:off x="618067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70"/>
              </a:spcBef>
              <a:spcAft>
                <a:spcPts val="0"/>
              </a:spcAft>
              <a:buSzPts val="3220"/>
              <a:buNone/>
              <a:defRPr sz="2800" b="0">
                <a:solidFill>
                  <a:schemeClr val="accent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300"/>
              <a:buNone/>
              <a:defRPr sz="2000" b="1"/>
            </a:lvl2pPr>
            <a:lvl3pPr marL="1371600" lvl="2" indent="-228600" algn="l">
              <a:lnSpc>
                <a:spcPct val="100000"/>
              </a:lnSpc>
              <a:spcBef>
                <a:spcPts val="600"/>
              </a:spcBef>
              <a:spcAft>
                <a:spcPts val="0"/>
              </a:spcAft>
              <a:buSzPts val="2070"/>
              <a:buNone/>
              <a:defRPr sz="1800" b="1"/>
            </a:lvl3pPr>
            <a:lvl4pPr marL="1828800" lvl="3" indent="-228600" algn="l">
              <a:lnSpc>
                <a:spcPct val="100000"/>
              </a:lnSpc>
              <a:spcBef>
                <a:spcPts val="600"/>
              </a:spcBef>
              <a:spcAft>
                <a:spcPts val="0"/>
              </a:spcAft>
              <a:buSzPts val="1840"/>
              <a:buNone/>
              <a:defRPr sz="1600" b="1"/>
            </a:lvl4pPr>
            <a:lvl5pPr marL="2286000" lvl="4" indent="-228600" algn="l">
              <a:lnSpc>
                <a:spcPct val="100000"/>
              </a:lnSpc>
              <a:spcBef>
                <a:spcPts val="600"/>
              </a:spcBef>
              <a:spcAft>
                <a:spcPts val="0"/>
              </a:spcAft>
              <a:buSzPts val="1840"/>
              <a:buNone/>
              <a:defRPr sz="1600" b="1"/>
            </a:lvl5pPr>
            <a:lvl6pPr marL="2743200" lvl="5" indent="-228600" algn="l">
              <a:lnSpc>
                <a:spcPct val="100000"/>
              </a:lnSpc>
              <a:spcBef>
                <a:spcPts val="600"/>
              </a:spcBef>
              <a:spcAft>
                <a:spcPts val="0"/>
              </a:spcAft>
              <a:buSzPts val="1840"/>
              <a:buNone/>
              <a:defRPr sz="1600" b="1"/>
            </a:lvl6pPr>
            <a:lvl7pPr marL="3200400" lvl="6" indent="-228600" algn="l">
              <a:lnSpc>
                <a:spcPct val="100000"/>
              </a:lnSpc>
              <a:spcBef>
                <a:spcPts val="600"/>
              </a:spcBef>
              <a:spcAft>
                <a:spcPts val="0"/>
              </a:spcAft>
              <a:buSzPts val="1840"/>
              <a:buNone/>
              <a:defRPr sz="1600" b="1"/>
            </a:lvl7pPr>
            <a:lvl8pPr marL="3657600" lvl="7" indent="-228600" algn="l">
              <a:lnSpc>
                <a:spcPct val="100000"/>
              </a:lnSpc>
              <a:spcBef>
                <a:spcPts val="600"/>
              </a:spcBef>
              <a:spcAft>
                <a:spcPts val="0"/>
              </a:spcAft>
              <a:buSzPts val="1840"/>
              <a:buNone/>
              <a:defRPr sz="1600" b="1"/>
            </a:lvl8pPr>
            <a:lvl9pPr marL="4114800" lvl="8" indent="-228600" algn="l">
              <a:lnSpc>
                <a:spcPct val="100000"/>
              </a:lnSpc>
              <a:spcBef>
                <a:spcPts val="600"/>
              </a:spcBef>
              <a:spcAft>
                <a:spcPts val="600"/>
              </a:spcAft>
              <a:buSzPts val="1840"/>
              <a:buNone/>
              <a:defRPr sz="1600" b="1"/>
            </a:lvl9pPr>
          </a:lstStyle>
          <a:p/>
        </p:txBody>
      </p:sp>
      <p:sp>
        <p:nvSpPr>
          <p:cNvPr id="55" name="Google Shape;55;p50"/>
          <p:cNvSpPr txBox="1"/>
          <p:nvPr>
            <p:ph type="body" idx="4"/>
          </p:nvPr>
        </p:nvSpPr>
        <p:spPr>
          <a:xfrm>
            <a:off x="618067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60045" algn="l">
              <a:lnSpc>
                <a:spcPct val="100000"/>
              </a:lnSpc>
              <a:spcBef>
                <a:spcPts val="600"/>
              </a:spcBef>
              <a:spcAft>
                <a:spcPts val="0"/>
              </a:spcAft>
              <a:buSzPts val="2070"/>
              <a:buChar char="•"/>
              <a:defRPr/>
            </a:lvl2pPr>
            <a:lvl3pPr marL="1371600" lvl="2" indent="-360045" algn="l">
              <a:lnSpc>
                <a:spcPct val="100000"/>
              </a:lnSpc>
              <a:spcBef>
                <a:spcPts val="600"/>
              </a:spcBef>
              <a:spcAft>
                <a:spcPts val="0"/>
              </a:spcAft>
              <a:buSzPts val="2070"/>
              <a:buChar char="•"/>
              <a:defRPr/>
            </a:lvl3pPr>
            <a:lvl4pPr marL="1828800" lvl="3" indent="-360045"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p:txBody>
      </p:sp>
      <p:sp>
        <p:nvSpPr>
          <p:cNvPr id="56" name="Google Shape;56;p50"/>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0"/>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0"/>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cxnSp>
        <p:nvCxnSpPr>
          <p:cNvPr id="59" name="Google Shape;59;p50"/>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60" name="Shape 60"/>
        <p:cNvGrpSpPr/>
        <p:nvPr/>
      </p:nvGrpSpPr>
      <p:grpSpPr>
        <a:xfrm>
          <a:off x="0" y="0"/>
          <a:ext cx="0" cy="0"/>
          <a:chOff x="0" y="0"/>
          <a:chExt cx="0" cy="0"/>
        </a:xfrm>
      </p:grpSpPr>
      <p:sp>
        <p:nvSpPr>
          <p:cNvPr id="61" name="Google Shape;61;p51"/>
          <p:cNvSpPr txBox="1"/>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1800"/>
              <a:buNone/>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1"/>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1"/>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1"/>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cxnSp>
        <p:nvCxnSpPr>
          <p:cNvPr id="65" name="Google Shape;65;p51"/>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66" name="Shape 66"/>
        <p:cNvGrpSpPr/>
        <p:nvPr/>
      </p:nvGrpSpPr>
      <p:grpSpPr>
        <a:xfrm>
          <a:off x="0" y="0"/>
          <a:ext cx="0" cy="0"/>
          <a:chOff x="0" y="0"/>
          <a:chExt cx="0" cy="0"/>
        </a:xfrm>
      </p:grpSpPr>
      <p:sp>
        <p:nvSpPr>
          <p:cNvPr id="67" name="Google Shape;67;p52"/>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2"/>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2"/>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70" name="Shape 70"/>
        <p:cNvGrpSpPr/>
        <p:nvPr/>
      </p:nvGrpSpPr>
      <p:grpSpPr>
        <a:xfrm>
          <a:off x="0" y="0"/>
          <a:ext cx="0" cy="0"/>
          <a:chOff x="0" y="0"/>
          <a:chExt cx="0" cy="0"/>
        </a:xfrm>
      </p:grpSpPr>
      <p:sp>
        <p:nvSpPr>
          <p:cNvPr id="71" name="Google Shape;71;p53"/>
          <p:cNvSpPr txBox="1"/>
          <p:nvPr>
            <p:ph type="title"/>
          </p:nvPr>
        </p:nvSpPr>
        <p:spPr>
          <a:xfrm>
            <a:off x="1293811" y="1388534"/>
            <a:ext cx="3718455"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2400"/>
              <a:buFont typeface="Garamond" panose="02020404030301010803"/>
              <a:buNone/>
              <a:defRPr sz="2400" b="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3"/>
          <p:cNvSpPr txBox="1"/>
          <p:nvPr>
            <p:ph type="body" idx="1"/>
          </p:nvPr>
        </p:nvSpPr>
        <p:spPr>
          <a:xfrm>
            <a:off x="5418668" y="982131"/>
            <a:ext cx="5469466" cy="4893735"/>
          </a:xfrm>
          <a:prstGeom prst="rect">
            <a:avLst/>
          </a:prstGeom>
          <a:noFill/>
          <a:ln>
            <a:noFill/>
          </a:ln>
        </p:spPr>
        <p:txBody>
          <a:bodyPr spcFirstLastPara="1" wrap="square" lIns="91425" tIns="45700" rIns="91425" bIns="45700" anchor="ctr" anchorCtr="0">
            <a:normAutofit/>
          </a:bodyPr>
          <a:lstStyle>
            <a:lvl1pPr marL="457200" lvl="0" indent="-360045" algn="l">
              <a:lnSpc>
                <a:spcPct val="100000"/>
              </a:lnSpc>
              <a:spcBef>
                <a:spcPts val="360"/>
              </a:spcBef>
              <a:spcAft>
                <a:spcPts val="0"/>
              </a:spcAft>
              <a:buSzPts val="2070"/>
              <a:buChar char="•"/>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60045" algn="l">
              <a:lnSpc>
                <a:spcPct val="100000"/>
              </a:lnSpc>
              <a:spcBef>
                <a:spcPts val="600"/>
              </a:spcBef>
              <a:spcAft>
                <a:spcPts val="0"/>
              </a:spcAft>
              <a:buSzPts val="2070"/>
              <a:buChar char="•"/>
              <a:defRPr/>
            </a:lvl2pPr>
            <a:lvl3pPr marL="1371600" lvl="2" indent="-360045" algn="l">
              <a:lnSpc>
                <a:spcPct val="100000"/>
              </a:lnSpc>
              <a:spcBef>
                <a:spcPts val="600"/>
              </a:spcBef>
              <a:spcAft>
                <a:spcPts val="0"/>
              </a:spcAft>
              <a:buSzPts val="2070"/>
              <a:buChar char="•"/>
              <a:defRPr/>
            </a:lvl3pPr>
            <a:lvl4pPr marL="1828800" lvl="3" indent="-360045"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p:txBody>
      </p:sp>
      <p:sp>
        <p:nvSpPr>
          <p:cNvPr id="73" name="Google Shape;73;p53"/>
          <p:cNvSpPr txBox="1"/>
          <p:nvPr>
            <p:ph type="body" idx="2"/>
          </p:nvPr>
        </p:nvSpPr>
        <p:spPr>
          <a:xfrm>
            <a:off x="1293811" y="3031065"/>
            <a:ext cx="3718455" cy="2438404"/>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840"/>
              <a:buNone/>
              <a:defRPr sz="16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1380"/>
              <a:buNone/>
              <a:defRPr sz="1200"/>
            </a:lvl2pPr>
            <a:lvl3pPr marL="1371600" lvl="2" indent="-228600" algn="l">
              <a:lnSpc>
                <a:spcPct val="100000"/>
              </a:lnSpc>
              <a:spcBef>
                <a:spcPts val="600"/>
              </a:spcBef>
              <a:spcAft>
                <a:spcPts val="0"/>
              </a:spcAft>
              <a:buSzPts val="1150"/>
              <a:buNone/>
              <a:defRPr sz="1000"/>
            </a:lvl3pPr>
            <a:lvl4pPr marL="1828800" lvl="3" indent="-228600" algn="l">
              <a:lnSpc>
                <a:spcPct val="100000"/>
              </a:lnSpc>
              <a:spcBef>
                <a:spcPts val="600"/>
              </a:spcBef>
              <a:spcAft>
                <a:spcPts val="0"/>
              </a:spcAft>
              <a:buSzPts val="1035"/>
              <a:buNone/>
              <a:defRPr sz="900"/>
            </a:lvl4pPr>
            <a:lvl5pPr marL="2286000" lvl="4" indent="-228600" algn="l">
              <a:lnSpc>
                <a:spcPct val="100000"/>
              </a:lnSpc>
              <a:spcBef>
                <a:spcPts val="600"/>
              </a:spcBef>
              <a:spcAft>
                <a:spcPts val="0"/>
              </a:spcAft>
              <a:buSzPts val="1035"/>
              <a:buNone/>
              <a:defRPr sz="900"/>
            </a:lvl5pPr>
            <a:lvl6pPr marL="2743200" lvl="5" indent="-228600" algn="l">
              <a:lnSpc>
                <a:spcPct val="100000"/>
              </a:lnSpc>
              <a:spcBef>
                <a:spcPts val="600"/>
              </a:spcBef>
              <a:spcAft>
                <a:spcPts val="0"/>
              </a:spcAft>
              <a:buSzPts val="1035"/>
              <a:buNone/>
              <a:defRPr sz="900"/>
            </a:lvl6pPr>
            <a:lvl7pPr marL="3200400" lvl="6" indent="-228600" algn="l">
              <a:lnSpc>
                <a:spcPct val="100000"/>
              </a:lnSpc>
              <a:spcBef>
                <a:spcPts val="600"/>
              </a:spcBef>
              <a:spcAft>
                <a:spcPts val="0"/>
              </a:spcAft>
              <a:buSzPts val="1035"/>
              <a:buNone/>
              <a:defRPr sz="900"/>
            </a:lvl7pPr>
            <a:lvl8pPr marL="3657600" lvl="7" indent="-228600" algn="l">
              <a:lnSpc>
                <a:spcPct val="100000"/>
              </a:lnSpc>
              <a:spcBef>
                <a:spcPts val="600"/>
              </a:spcBef>
              <a:spcAft>
                <a:spcPts val="0"/>
              </a:spcAft>
              <a:buSzPts val="1035"/>
              <a:buNone/>
              <a:defRPr sz="900"/>
            </a:lvl8pPr>
            <a:lvl9pPr marL="4114800" lvl="8" indent="-228600" algn="l">
              <a:lnSpc>
                <a:spcPct val="100000"/>
              </a:lnSpc>
              <a:spcBef>
                <a:spcPts val="600"/>
              </a:spcBef>
              <a:spcAft>
                <a:spcPts val="600"/>
              </a:spcAft>
              <a:buSzPts val="1035"/>
              <a:buNone/>
              <a:defRPr sz="900"/>
            </a:lvl9pPr>
          </a:lstStyle>
          <a:p/>
        </p:txBody>
      </p:sp>
      <p:sp>
        <p:nvSpPr>
          <p:cNvPr id="74" name="Google Shape;74;p53"/>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3"/>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3"/>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cxnSp>
        <p:nvCxnSpPr>
          <p:cNvPr id="77" name="Google Shape;77;p53"/>
          <p:cNvCxnSpPr/>
          <p:nvPr/>
        </p:nvCxnSpPr>
        <p:spPr>
          <a:xfrm>
            <a:off x="1396169" y="2912533"/>
            <a:ext cx="35144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8" name="Shape 78"/>
        <p:cNvGrpSpPr/>
        <p:nvPr/>
      </p:nvGrpSpPr>
      <p:grpSpPr>
        <a:xfrm>
          <a:off x="0" y="0"/>
          <a:ext cx="0" cy="0"/>
          <a:chOff x="0" y="0"/>
          <a:chExt cx="0" cy="0"/>
        </a:xfrm>
      </p:grpSpPr>
      <p:sp>
        <p:nvSpPr>
          <p:cNvPr id="79" name="Google Shape;79;p54"/>
          <p:cNvSpPr txBox="1"/>
          <p:nvPr>
            <p:ph type="title"/>
          </p:nvPr>
        </p:nvSpPr>
        <p:spPr>
          <a:xfrm>
            <a:off x="1295399" y="1883832"/>
            <a:ext cx="6241816"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2800"/>
              <a:buFont typeface="Garamond" panose="02020404030301010803"/>
              <a:buNone/>
              <a:defRPr sz="2800" b="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4"/>
          <p:cNvSpPr/>
          <p:nvPr>
            <p:ph type="pic" idx="2"/>
          </p:nvPr>
        </p:nvSpPr>
        <p:spPr>
          <a:xfrm>
            <a:off x="8094831" y="1041400"/>
            <a:ext cx="3063347" cy="4775200"/>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81" name="Google Shape;81;p54"/>
          <p:cNvSpPr txBox="1"/>
          <p:nvPr>
            <p:ph type="body" idx="1"/>
          </p:nvPr>
        </p:nvSpPr>
        <p:spPr>
          <a:xfrm>
            <a:off x="1295399" y="3255432"/>
            <a:ext cx="6241816" cy="18288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60"/>
              </a:spcBef>
              <a:spcAft>
                <a:spcPts val="0"/>
              </a:spcAft>
              <a:buSzPts val="2070"/>
              <a:buNone/>
              <a:defRPr sz="18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1380"/>
              <a:buNone/>
              <a:defRPr sz="1200"/>
            </a:lvl2pPr>
            <a:lvl3pPr marL="1371600" lvl="2" indent="-228600" algn="l">
              <a:lnSpc>
                <a:spcPct val="100000"/>
              </a:lnSpc>
              <a:spcBef>
                <a:spcPts val="600"/>
              </a:spcBef>
              <a:spcAft>
                <a:spcPts val="0"/>
              </a:spcAft>
              <a:buSzPts val="1150"/>
              <a:buNone/>
              <a:defRPr sz="1000"/>
            </a:lvl3pPr>
            <a:lvl4pPr marL="1828800" lvl="3" indent="-228600" algn="l">
              <a:lnSpc>
                <a:spcPct val="100000"/>
              </a:lnSpc>
              <a:spcBef>
                <a:spcPts val="600"/>
              </a:spcBef>
              <a:spcAft>
                <a:spcPts val="0"/>
              </a:spcAft>
              <a:buSzPts val="1035"/>
              <a:buNone/>
              <a:defRPr sz="900"/>
            </a:lvl4pPr>
            <a:lvl5pPr marL="2286000" lvl="4" indent="-228600" algn="l">
              <a:lnSpc>
                <a:spcPct val="100000"/>
              </a:lnSpc>
              <a:spcBef>
                <a:spcPts val="600"/>
              </a:spcBef>
              <a:spcAft>
                <a:spcPts val="0"/>
              </a:spcAft>
              <a:buSzPts val="1035"/>
              <a:buNone/>
              <a:defRPr sz="900"/>
            </a:lvl5pPr>
            <a:lvl6pPr marL="2743200" lvl="5" indent="-228600" algn="l">
              <a:lnSpc>
                <a:spcPct val="100000"/>
              </a:lnSpc>
              <a:spcBef>
                <a:spcPts val="600"/>
              </a:spcBef>
              <a:spcAft>
                <a:spcPts val="0"/>
              </a:spcAft>
              <a:buSzPts val="1035"/>
              <a:buNone/>
              <a:defRPr sz="900"/>
            </a:lvl6pPr>
            <a:lvl7pPr marL="3200400" lvl="6" indent="-228600" algn="l">
              <a:lnSpc>
                <a:spcPct val="100000"/>
              </a:lnSpc>
              <a:spcBef>
                <a:spcPts val="600"/>
              </a:spcBef>
              <a:spcAft>
                <a:spcPts val="0"/>
              </a:spcAft>
              <a:buSzPts val="1035"/>
              <a:buNone/>
              <a:defRPr sz="900"/>
            </a:lvl7pPr>
            <a:lvl8pPr marL="3657600" lvl="7" indent="-228600" algn="l">
              <a:lnSpc>
                <a:spcPct val="100000"/>
              </a:lnSpc>
              <a:spcBef>
                <a:spcPts val="600"/>
              </a:spcBef>
              <a:spcAft>
                <a:spcPts val="0"/>
              </a:spcAft>
              <a:buSzPts val="1035"/>
              <a:buNone/>
              <a:defRPr sz="900"/>
            </a:lvl8pPr>
            <a:lvl9pPr marL="4114800" lvl="8" indent="-228600" algn="l">
              <a:lnSpc>
                <a:spcPct val="100000"/>
              </a:lnSpc>
              <a:spcBef>
                <a:spcPts val="600"/>
              </a:spcBef>
              <a:spcAft>
                <a:spcPts val="600"/>
              </a:spcAft>
              <a:buSzPts val="1035"/>
              <a:buNone/>
              <a:defRPr sz="900"/>
            </a:lvl9pPr>
          </a:lstStyle>
          <a:p/>
        </p:txBody>
      </p:sp>
      <p:sp>
        <p:nvSpPr>
          <p:cNvPr id="82" name="Google Shape;82;p54"/>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4"/>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4"/>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85" name="Shape 85"/>
        <p:cNvGrpSpPr/>
        <p:nvPr/>
      </p:nvGrpSpPr>
      <p:grpSpPr>
        <a:xfrm>
          <a:off x="0" y="0"/>
          <a:ext cx="0" cy="0"/>
          <a:chOff x="0" y="0"/>
          <a:chExt cx="0" cy="0"/>
        </a:xfrm>
      </p:grpSpPr>
      <p:sp>
        <p:nvSpPr>
          <p:cNvPr id="86" name="Google Shape;86;p55"/>
          <p:cNvSpPr txBox="1"/>
          <p:nvPr>
            <p:ph type="title"/>
          </p:nvPr>
        </p:nvSpPr>
        <p:spPr>
          <a:xfrm>
            <a:off x="1295401" y="4815415"/>
            <a:ext cx="9609666" cy="566738"/>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2400"/>
              <a:buFont typeface="Garamond" panose="02020404030301010803"/>
              <a:buNone/>
              <a:defRPr sz="2400" b="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55"/>
          <p:cNvSpPr/>
          <p:nvPr>
            <p:ph type="pic" idx="2"/>
          </p:nvPr>
        </p:nvSpPr>
        <p:spPr>
          <a:xfrm>
            <a:off x="1041427" y="1041399"/>
            <a:ext cx="10105972" cy="3335869"/>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88" name="Google Shape;88;p55"/>
          <p:cNvSpPr txBox="1"/>
          <p:nvPr>
            <p:ph type="body" idx="1"/>
          </p:nvPr>
        </p:nvSpPr>
        <p:spPr>
          <a:xfrm>
            <a:off x="1295401" y="5382153"/>
            <a:ext cx="9609666" cy="493712"/>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280"/>
              </a:spcBef>
              <a:spcAft>
                <a:spcPts val="0"/>
              </a:spcAft>
              <a:buSzPts val="1610"/>
              <a:buNone/>
              <a:defRPr sz="14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1380"/>
              <a:buNone/>
              <a:defRPr sz="1200"/>
            </a:lvl2pPr>
            <a:lvl3pPr marL="1371600" lvl="2" indent="-228600" algn="l">
              <a:lnSpc>
                <a:spcPct val="100000"/>
              </a:lnSpc>
              <a:spcBef>
                <a:spcPts val="600"/>
              </a:spcBef>
              <a:spcAft>
                <a:spcPts val="0"/>
              </a:spcAft>
              <a:buSzPts val="1150"/>
              <a:buNone/>
              <a:defRPr sz="1000"/>
            </a:lvl3pPr>
            <a:lvl4pPr marL="1828800" lvl="3" indent="-228600" algn="l">
              <a:lnSpc>
                <a:spcPct val="100000"/>
              </a:lnSpc>
              <a:spcBef>
                <a:spcPts val="600"/>
              </a:spcBef>
              <a:spcAft>
                <a:spcPts val="0"/>
              </a:spcAft>
              <a:buSzPts val="1035"/>
              <a:buNone/>
              <a:defRPr sz="900"/>
            </a:lvl4pPr>
            <a:lvl5pPr marL="2286000" lvl="4" indent="-228600" algn="l">
              <a:lnSpc>
                <a:spcPct val="100000"/>
              </a:lnSpc>
              <a:spcBef>
                <a:spcPts val="600"/>
              </a:spcBef>
              <a:spcAft>
                <a:spcPts val="0"/>
              </a:spcAft>
              <a:buSzPts val="1035"/>
              <a:buNone/>
              <a:defRPr sz="900"/>
            </a:lvl5pPr>
            <a:lvl6pPr marL="2743200" lvl="5" indent="-228600" algn="l">
              <a:lnSpc>
                <a:spcPct val="100000"/>
              </a:lnSpc>
              <a:spcBef>
                <a:spcPts val="600"/>
              </a:spcBef>
              <a:spcAft>
                <a:spcPts val="0"/>
              </a:spcAft>
              <a:buSzPts val="1035"/>
              <a:buNone/>
              <a:defRPr sz="900"/>
            </a:lvl6pPr>
            <a:lvl7pPr marL="3200400" lvl="6" indent="-228600" algn="l">
              <a:lnSpc>
                <a:spcPct val="100000"/>
              </a:lnSpc>
              <a:spcBef>
                <a:spcPts val="600"/>
              </a:spcBef>
              <a:spcAft>
                <a:spcPts val="0"/>
              </a:spcAft>
              <a:buSzPts val="1035"/>
              <a:buNone/>
              <a:defRPr sz="900"/>
            </a:lvl7pPr>
            <a:lvl8pPr marL="3657600" lvl="7" indent="-228600" algn="l">
              <a:lnSpc>
                <a:spcPct val="100000"/>
              </a:lnSpc>
              <a:spcBef>
                <a:spcPts val="600"/>
              </a:spcBef>
              <a:spcAft>
                <a:spcPts val="0"/>
              </a:spcAft>
              <a:buSzPts val="1035"/>
              <a:buNone/>
              <a:defRPr sz="900"/>
            </a:lvl8pPr>
            <a:lvl9pPr marL="4114800" lvl="8" indent="-228600" algn="l">
              <a:lnSpc>
                <a:spcPct val="100000"/>
              </a:lnSpc>
              <a:spcBef>
                <a:spcPts val="600"/>
              </a:spcBef>
              <a:spcAft>
                <a:spcPts val="600"/>
              </a:spcAft>
              <a:buSzPts val="1035"/>
              <a:buNone/>
              <a:defRPr sz="900"/>
            </a:lvl9pPr>
          </a:lstStyle>
          <a:p/>
        </p:txBody>
      </p:sp>
      <p:sp>
        <p:nvSpPr>
          <p:cNvPr id="89" name="Google Shape;89;p55"/>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55"/>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5"/>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92" name="Shape 92"/>
        <p:cNvGrpSpPr/>
        <p:nvPr/>
      </p:nvGrpSpPr>
      <p:grpSpPr>
        <a:xfrm>
          <a:off x="0" y="0"/>
          <a:ext cx="0" cy="0"/>
          <a:chOff x="0" y="0"/>
          <a:chExt cx="0" cy="0"/>
        </a:xfrm>
      </p:grpSpPr>
      <p:sp>
        <p:nvSpPr>
          <p:cNvPr id="93" name="Google Shape;93;p56"/>
          <p:cNvSpPr txBox="1"/>
          <p:nvPr>
            <p:ph type="title"/>
          </p:nvPr>
        </p:nvSpPr>
        <p:spPr>
          <a:xfrm>
            <a:off x="1303868" y="982132"/>
            <a:ext cx="9592732" cy="29548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3200"/>
              <a:buFont typeface="Garamond" panose="02020404030301010803"/>
              <a:buNone/>
              <a:defRPr sz="3200" b="0" cap="none">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56"/>
          <p:cNvSpPr txBox="1"/>
          <p:nvPr>
            <p:ph type="body" idx="1"/>
          </p:nvPr>
        </p:nvSpPr>
        <p:spPr>
          <a:xfrm>
            <a:off x="1303868" y="4343399"/>
            <a:ext cx="9592732" cy="1532467"/>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300"/>
              <a:buNone/>
              <a:defRPr sz="2000">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p:txBody>
      </p:sp>
      <p:sp>
        <p:nvSpPr>
          <p:cNvPr id="95" name="Google Shape;95;p56"/>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6"/>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56"/>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cxnSp>
        <p:nvCxnSpPr>
          <p:cNvPr id="98" name="Google Shape;98;p56"/>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99" name="Shape 99"/>
        <p:cNvGrpSpPr/>
        <p:nvPr/>
      </p:nvGrpSpPr>
      <p:grpSpPr>
        <a:xfrm>
          <a:off x="0" y="0"/>
          <a:ext cx="0" cy="0"/>
          <a:chOff x="0" y="0"/>
          <a:chExt cx="0" cy="0"/>
        </a:xfrm>
      </p:grpSpPr>
      <p:sp>
        <p:nvSpPr>
          <p:cNvPr id="100" name="Google Shape;100;p57"/>
          <p:cNvSpPr txBox="1"/>
          <p:nvPr>
            <p:ph type="title"/>
          </p:nvPr>
        </p:nvSpPr>
        <p:spPr>
          <a:xfrm>
            <a:off x="1446213" y="982132"/>
            <a:ext cx="9296398" cy="23706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Garamond" panose="02020404030301010803"/>
              <a:buNone/>
              <a:defRPr sz="3200" b="0"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57"/>
          <p:cNvSpPr txBox="1"/>
          <p:nvPr>
            <p:ph type="body" idx="1"/>
          </p:nvPr>
        </p:nvSpPr>
        <p:spPr>
          <a:xfrm>
            <a:off x="1674812" y="3352800"/>
            <a:ext cx="8839202" cy="584200"/>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400"/>
              </a:spcBef>
              <a:spcAft>
                <a:spcPts val="0"/>
              </a:spcAft>
              <a:buSzPts val="2300"/>
              <a:buFont typeface="Garamond" panose="02020404030301010803"/>
              <a:buNone/>
              <a:defRPr sz="20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300"/>
              <a:buFont typeface="Garamond" panose="02020404030301010803"/>
              <a:buNone/>
              <a:defRPr/>
            </a:lvl2pPr>
            <a:lvl3pPr marL="1371600" lvl="2" indent="-228600" algn="l">
              <a:lnSpc>
                <a:spcPct val="100000"/>
              </a:lnSpc>
              <a:spcBef>
                <a:spcPts val="600"/>
              </a:spcBef>
              <a:spcAft>
                <a:spcPts val="0"/>
              </a:spcAft>
              <a:buSzPts val="2070"/>
              <a:buFont typeface="Garamond" panose="02020404030301010803"/>
              <a:buNone/>
              <a:defRPr/>
            </a:lvl3pPr>
            <a:lvl4pPr marL="1828800" lvl="3" indent="-228600" algn="l">
              <a:lnSpc>
                <a:spcPct val="100000"/>
              </a:lnSpc>
              <a:spcBef>
                <a:spcPts val="600"/>
              </a:spcBef>
              <a:spcAft>
                <a:spcPts val="0"/>
              </a:spcAft>
              <a:buSzPts val="1840"/>
              <a:buFont typeface="Garamond" panose="02020404030301010803"/>
              <a:buNone/>
              <a:defRPr/>
            </a:lvl4pPr>
            <a:lvl5pPr marL="2286000" lvl="4" indent="-228600" algn="l">
              <a:lnSpc>
                <a:spcPct val="100000"/>
              </a:lnSpc>
              <a:spcBef>
                <a:spcPts val="600"/>
              </a:spcBef>
              <a:spcAft>
                <a:spcPts val="0"/>
              </a:spcAft>
              <a:buSzPts val="1610"/>
              <a:buFont typeface="Garamond" panose="02020404030301010803"/>
              <a:buNone/>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p:txBody>
      </p:sp>
      <p:sp>
        <p:nvSpPr>
          <p:cNvPr id="102" name="Google Shape;102;p57"/>
          <p:cNvSpPr txBox="1"/>
          <p:nvPr>
            <p:ph type="body" idx="2"/>
          </p:nvPr>
        </p:nvSpPr>
        <p:spPr>
          <a:xfrm>
            <a:off x="1295401" y="4343399"/>
            <a:ext cx="9609666" cy="1532467"/>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300"/>
              <a:buNone/>
              <a:defRPr sz="2000">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p:txBody>
      </p:sp>
      <p:sp>
        <p:nvSpPr>
          <p:cNvPr id="103" name="Google Shape;103;p57"/>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57"/>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57"/>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sp>
        <p:nvSpPr>
          <p:cNvPr id="106" name="Google Shape;106;p57"/>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panose="020B0604020202020204"/>
              <a:buNone/>
            </a:pPr>
            <a:r>
              <a:rPr lang="en-US" sz="8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 name="Google Shape;107;p57"/>
          <p:cNvSpPr txBox="1"/>
          <p:nvPr/>
        </p:nvSpPr>
        <p:spPr>
          <a:xfrm>
            <a:off x="10600267" y="282787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0"/>
              <a:buFont typeface="Arial" panose="020B0604020202020204"/>
              <a:buNone/>
            </a:pPr>
            <a:r>
              <a:rPr lang="en-US" sz="8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08" name="Google Shape;108;p57"/>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09" name="Shape 109"/>
        <p:cNvGrpSpPr/>
        <p:nvPr/>
      </p:nvGrpSpPr>
      <p:grpSpPr>
        <a:xfrm>
          <a:off x="0" y="0"/>
          <a:ext cx="0" cy="0"/>
          <a:chOff x="0" y="0"/>
          <a:chExt cx="0" cy="0"/>
        </a:xfrm>
      </p:grpSpPr>
      <p:sp>
        <p:nvSpPr>
          <p:cNvPr id="110" name="Google Shape;110;p58"/>
          <p:cNvSpPr txBox="1"/>
          <p:nvPr>
            <p:ph type="title"/>
          </p:nvPr>
        </p:nvSpPr>
        <p:spPr>
          <a:xfrm>
            <a:off x="1295402" y="3308581"/>
            <a:ext cx="9609668" cy="1468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262626"/>
              </a:buClr>
              <a:buSzPts val="3200"/>
              <a:buFont typeface="Garamond" panose="02020404030301010803"/>
              <a:buNone/>
              <a:defRPr sz="3200" b="0" cap="none">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58"/>
          <p:cNvSpPr txBox="1"/>
          <p:nvPr>
            <p:ph type="body" idx="1"/>
          </p:nvPr>
        </p:nvSpPr>
        <p:spPr>
          <a:xfrm>
            <a:off x="1295401" y="4777381"/>
            <a:ext cx="9609668" cy="860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00"/>
              </a:spcBef>
              <a:spcAft>
                <a:spcPts val="0"/>
              </a:spcAft>
              <a:buSzPts val="2300"/>
              <a:buNone/>
              <a:defRPr sz="2000">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p:txBody>
      </p:sp>
      <p:sp>
        <p:nvSpPr>
          <p:cNvPr id="112" name="Google Shape;112;p58"/>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8"/>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58"/>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15" name="Shape 115"/>
        <p:cNvGrpSpPr/>
        <p:nvPr/>
      </p:nvGrpSpPr>
      <p:grpSpPr>
        <a:xfrm>
          <a:off x="0" y="0"/>
          <a:ext cx="0" cy="0"/>
          <a:chOff x="0" y="0"/>
          <a:chExt cx="0" cy="0"/>
        </a:xfrm>
      </p:grpSpPr>
      <p:sp>
        <p:nvSpPr>
          <p:cNvPr id="116" name="Google Shape;116;p59"/>
          <p:cNvSpPr txBox="1"/>
          <p:nvPr>
            <p:ph type="title"/>
          </p:nvPr>
        </p:nvSpPr>
        <p:spPr>
          <a:xfrm>
            <a:off x="1446213" y="982132"/>
            <a:ext cx="9296398" cy="22436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Garamond" panose="02020404030301010803"/>
              <a:buNone/>
              <a:defRPr sz="3200" b="0"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59"/>
          <p:cNvSpPr txBox="1"/>
          <p:nvPr>
            <p:ph type="body" idx="1"/>
          </p:nvPr>
        </p:nvSpPr>
        <p:spPr>
          <a:xfrm>
            <a:off x="1295401" y="3639312"/>
            <a:ext cx="9609668" cy="88696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0"/>
              </a:spcBef>
              <a:spcAft>
                <a:spcPts val="0"/>
              </a:spcAft>
              <a:buSzPts val="2760"/>
              <a:buNone/>
              <a:defRPr sz="2400">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p:txBody>
      </p:sp>
      <p:sp>
        <p:nvSpPr>
          <p:cNvPr id="118" name="Google Shape;118;p59"/>
          <p:cNvSpPr txBox="1"/>
          <p:nvPr>
            <p:ph type="body" idx="2"/>
          </p:nvPr>
        </p:nvSpPr>
        <p:spPr>
          <a:xfrm>
            <a:off x="1295401" y="4529667"/>
            <a:ext cx="9609668" cy="1346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2070"/>
              <a:buNone/>
              <a:defRPr sz="1800">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p:txBody>
      </p:sp>
      <p:sp>
        <p:nvSpPr>
          <p:cNvPr id="119" name="Google Shape;119;p59"/>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59"/>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59"/>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sp>
        <p:nvSpPr>
          <p:cNvPr id="122" name="Google Shape;122;p59"/>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panose="020B0604020202020204"/>
              <a:buNone/>
            </a:pPr>
            <a:r>
              <a:rPr lang="en-US" sz="8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 name="Google Shape;123;p59"/>
          <p:cNvSpPr txBox="1"/>
          <p:nvPr/>
        </p:nvSpPr>
        <p:spPr>
          <a:xfrm>
            <a:off x="10600267" y="2599261"/>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0"/>
              <a:buFont typeface="Arial" panose="020B0604020202020204"/>
              <a:buNone/>
            </a:pPr>
            <a:r>
              <a:rPr lang="en-US" sz="8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24" name="Google Shape;124;p59"/>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25" name="Shape 125"/>
        <p:cNvGrpSpPr/>
        <p:nvPr/>
      </p:nvGrpSpPr>
      <p:grpSpPr>
        <a:xfrm>
          <a:off x="0" y="0"/>
          <a:ext cx="0" cy="0"/>
          <a:chOff x="0" y="0"/>
          <a:chExt cx="0" cy="0"/>
        </a:xfrm>
      </p:grpSpPr>
      <p:sp>
        <p:nvSpPr>
          <p:cNvPr id="126" name="Google Shape;126;p60"/>
          <p:cNvSpPr txBox="1"/>
          <p:nvPr>
            <p:ph type="title"/>
          </p:nvPr>
        </p:nvSpPr>
        <p:spPr>
          <a:xfrm>
            <a:off x="1295401" y="982132"/>
            <a:ext cx="9609666" cy="22436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4400"/>
              <a:buFont typeface="Garamond" panose="02020404030301010803"/>
              <a:buNone/>
              <a:defRPr b="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60"/>
          <p:cNvSpPr txBox="1"/>
          <p:nvPr>
            <p:ph type="body" idx="1"/>
          </p:nvPr>
        </p:nvSpPr>
        <p:spPr>
          <a:xfrm>
            <a:off x="1295401" y="3630168"/>
            <a:ext cx="9609668" cy="84124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0"/>
              </a:spcBef>
              <a:spcAft>
                <a:spcPts val="0"/>
              </a:spcAft>
              <a:buSzPts val="3220"/>
              <a:buNone/>
              <a:defRPr sz="2800">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p:txBody>
      </p:sp>
      <p:sp>
        <p:nvSpPr>
          <p:cNvPr id="128" name="Google Shape;128;p60"/>
          <p:cNvSpPr txBox="1"/>
          <p:nvPr>
            <p:ph type="body" idx="2"/>
          </p:nvPr>
        </p:nvSpPr>
        <p:spPr>
          <a:xfrm>
            <a:off x="1295400" y="4470399"/>
            <a:ext cx="9609670" cy="140546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2070"/>
              <a:buNone/>
              <a:defRPr sz="1800">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p:txBody>
      </p:sp>
      <p:sp>
        <p:nvSpPr>
          <p:cNvPr id="129" name="Google Shape;129;p60"/>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60"/>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60"/>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cxnSp>
        <p:nvCxnSpPr>
          <p:cNvPr id="132" name="Google Shape;132;p60"/>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33" name="Shape 133"/>
        <p:cNvGrpSpPr/>
        <p:nvPr/>
      </p:nvGrpSpPr>
      <p:grpSpPr>
        <a:xfrm>
          <a:off x="0" y="0"/>
          <a:ext cx="0" cy="0"/>
          <a:chOff x="0" y="0"/>
          <a:chExt cx="0" cy="0"/>
        </a:xfrm>
      </p:grpSpPr>
      <p:sp>
        <p:nvSpPr>
          <p:cNvPr id="134" name="Google Shape;134;p61"/>
          <p:cNvSpPr txBox="1"/>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4400"/>
              <a:buFont typeface="Garamond" panose="02020404030301010803"/>
              <a:buNone/>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61"/>
          <p:cNvSpPr txBox="1"/>
          <p:nvPr>
            <p:ph type="body" idx="1"/>
          </p:nvPr>
        </p:nvSpPr>
        <p:spPr>
          <a:xfrm rot="5400000">
            <a:off x="4436531" y="-584198"/>
            <a:ext cx="3318936" cy="9601196"/>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60045" algn="l">
              <a:lnSpc>
                <a:spcPct val="100000"/>
              </a:lnSpc>
              <a:spcBef>
                <a:spcPts val="600"/>
              </a:spcBef>
              <a:spcAft>
                <a:spcPts val="0"/>
              </a:spcAft>
              <a:buSzPts val="2070"/>
              <a:buChar char="•"/>
              <a:defRPr/>
            </a:lvl2pPr>
            <a:lvl3pPr marL="1371600" lvl="2" indent="-360045" algn="l">
              <a:lnSpc>
                <a:spcPct val="100000"/>
              </a:lnSpc>
              <a:spcBef>
                <a:spcPts val="600"/>
              </a:spcBef>
              <a:spcAft>
                <a:spcPts val="0"/>
              </a:spcAft>
              <a:buSzPts val="2070"/>
              <a:buChar char="•"/>
              <a:defRPr/>
            </a:lvl3pPr>
            <a:lvl4pPr marL="1828800" lvl="3" indent="-360045"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p:txBody>
      </p:sp>
      <p:sp>
        <p:nvSpPr>
          <p:cNvPr id="136" name="Google Shape;136;p61"/>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61"/>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61"/>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cxnSp>
        <p:nvCxnSpPr>
          <p:cNvPr id="139" name="Google Shape;139;p61"/>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40" name="Shape 140"/>
        <p:cNvGrpSpPr/>
        <p:nvPr/>
      </p:nvGrpSpPr>
      <p:grpSpPr>
        <a:xfrm>
          <a:off x="0" y="0"/>
          <a:ext cx="0" cy="0"/>
          <a:chOff x="0" y="0"/>
          <a:chExt cx="0" cy="0"/>
        </a:xfrm>
      </p:grpSpPr>
      <p:sp>
        <p:nvSpPr>
          <p:cNvPr id="141" name="Google Shape;141;p62"/>
          <p:cNvSpPr txBox="1"/>
          <p:nvPr>
            <p:ph type="title"/>
          </p:nvPr>
        </p:nvSpPr>
        <p:spPr>
          <a:xfrm rot="5400000">
            <a:off x="7497936" y="2483551"/>
            <a:ext cx="4893735" cy="189089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1800"/>
              <a:buNone/>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62"/>
          <p:cNvSpPr txBox="1"/>
          <p:nvPr>
            <p:ph type="body" idx="1"/>
          </p:nvPr>
        </p:nvSpPr>
        <p:spPr>
          <a:xfrm rot="5400000">
            <a:off x="2565043" y="-287514"/>
            <a:ext cx="4893734" cy="743302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60045" algn="l">
              <a:lnSpc>
                <a:spcPct val="100000"/>
              </a:lnSpc>
              <a:spcBef>
                <a:spcPts val="600"/>
              </a:spcBef>
              <a:spcAft>
                <a:spcPts val="0"/>
              </a:spcAft>
              <a:buSzPts val="2070"/>
              <a:buChar char="•"/>
              <a:defRPr/>
            </a:lvl2pPr>
            <a:lvl3pPr marL="1371600" lvl="2" indent="-360045" algn="l">
              <a:lnSpc>
                <a:spcPct val="100000"/>
              </a:lnSpc>
              <a:spcBef>
                <a:spcPts val="600"/>
              </a:spcBef>
              <a:spcAft>
                <a:spcPts val="0"/>
              </a:spcAft>
              <a:buSzPts val="2070"/>
              <a:buChar char="•"/>
              <a:defRPr/>
            </a:lvl3pPr>
            <a:lvl4pPr marL="1828800" lvl="3" indent="-360045"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p:txBody>
      </p:sp>
      <p:sp>
        <p:nvSpPr>
          <p:cNvPr id="143" name="Google Shape;143;p62"/>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62"/>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62"/>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cxnSp>
        <p:nvCxnSpPr>
          <p:cNvPr id="146" name="Google Shape;146;p62"/>
          <p:cNvCxnSpPr/>
          <p:nvPr/>
        </p:nvCxnSpPr>
        <p:spPr>
          <a:xfrm>
            <a:off x="8863890" y="990600"/>
            <a:ext cx="0" cy="487680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5.png"/><Relationship Id="rId2" Type="http://schemas.openxmlformats.org/officeDocument/2006/relationships/slideLayout" Target="../slideLayouts/slideLayout2.xml"/><Relationship Id="rId19" Type="http://schemas.openxmlformats.org/officeDocument/2006/relationships/image" Target="../media/image4.png"/><Relationship Id="rId18" Type="http://schemas.openxmlformats.org/officeDocument/2006/relationships/image" Target="../media/image3.jpe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8"/>
          <a:stretch>
            <a:fillRect/>
          </a:stretch>
        </a:blipFill>
        <a:effectLst/>
      </p:bgPr>
    </p:bg>
    <p:spTree>
      <p:nvGrpSpPr>
        <p:cNvPr id="5" name="Shape 5"/>
        <p:cNvGrpSpPr/>
        <p:nvPr/>
      </p:nvGrpSpPr>
      <p:grpSpPr>
        <a:xfrm>
          <a:off x="0" y="0"/>
          <a:ext cx="0" cy="0"/>
          <a:chOff x="0" y="0"/>
          <a:chExt cx="0" cy="0"/>
        </a:xfrm>
      </p:grpSpPr>
      <p:grpSp>
        <p:nvGrpSpPr>
          <p:cNvPr id="6" name="Google Shape;6;p45"/>
          <p:cNvGrpSpPr/>
          <p:nvPr/>
        </p:nvGrpSpPr>
        <p:grpSpPr>
          <a:xfrm>
            <a:off x="-15736" y="0"/>
            <a:ext cx="12229962" cy="6856214"/>
            <a:chOff x="-15736" y="0"/>
            <a:chExt cx="12229962" cy="6856214"/>
          </a:xfrm>
        </p:grpSpPr>
        <p:pic>
          <p:nvPicPr>
            <p:cNvPr id="7" name="Google Shape;7;p45" descr="HD-PanelContent.png"/>
            <p:cNvPicPr preferRelativeResize="0"/>
            <p:nvPr/>
          </p:nvPicPr>
          <p:blipFill rotWithShape="1">
            <a:blip r:embed="rId19"/>
            <a:srcRect/>
            <a:stretch>
              <a:fillRect/>
            </a:stretch>
          </p:blipFill>
          <p:spPr>
            <a:xfrm>
              <a:off x="0" y="0"/>
              <a:ext cx="12188825" cy="6856214"/>
            </a:xfrm>
            <a:prstGeom prst="rect">
              <a:avLst/>
            </a:prstGeom>
            <a:noFill/>
            <a:ln>
              <a:noFill/>
            </a:ln>
          </p:spPr>
        </p:pic>
        <p:sp>
          <p:nvSpPr>
            <p:cNvPr id="8" name="Google Shape;8;p45"/>
            <p:cNvSpPr/>
            <p:nvPr/>
          </p:nvSpPr>
          <p:spPr>
            <a:xfrm>
              <a:off x="608012" y="609600"/>
              <a:ext cx="10972800" cy="5638800"/>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9" name="Google Shape;9;p45" descr="HDRibbonContent-UniformTrim.png"/>
            <p:cNvPicPr preferRelativeResize="0"/>
            <p:nvPr/>
          </p:nvPicPr>
          <p:blipFill rotWithShape="1">
            <a:blip r:embed="rId20"/>
            <a:srcRect/>
            <a:stretch>
              <a:fillRect/>
            </a:stretch>
          </p:blipFill>
          <p:spPr>
            <a:xfrm>
              <a:off x="-15736" y="3153832"/>
              <a:ext cx="777240" cy="606425"/>
            </a:xfrm>
            <a:prstGeom prst="rect">
              <a:avLst/>
            </a:prstGeom>
            <a:noFill/>
            <a:ln>
              <a:noFill/>
            </a:ln>
          </p:spPr>
        </p:pic>
        <p:pic>
          <p:nvPicPr>
            <p:cNvPr id="10" name="Google Shape;10;p45" descr="HDRibbonContent-UniformTrim.png"/>
            <p:cNvPicPr preferRelativeResize="0"/>
            <p:nvPr/>
          </p:nvPicPr>
          <p:blipFill rotWithShape="1">
            <a:blip r:embed="rId20"/>
            <a:srcRect/>
            <a:stretch>
              <a:fillRect/>
            </a:stretch>
          </p:blipFill>
          <p:spPr>
            <a:xfrm>
              <a:off x="11436986" y="3153832"/>
              <a:ext cx="777240" cy="606425"/>
            </a:xfrm>
            <a:prstGeom prst="rect">
              <a:avLst/>
            </a:prstGeom>
            <a:noFill/>
            <a:ln>
              <a:noFill/>
            </a:ln>
          </p:spPr>
        </p:pic>
      </p:grpSp>
      <p:sp>
        <p:nvSpPr>
          <p:cNvPr id="11" name="Google Shape;11;p45"/>
          <p:cNvSpPr txBox="1"/>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rgbClr val="262626"/>
              </a:buClr>
              <a:buSzPts val="4400"/>
              <a:buFont typeface="Garamond" panose="02020404030301010803"/>
              <a:buNone/>
              <a:defRPr sz="44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45"/>
          <p:cNvSpPr txBox="1"/>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marR="0" lvl="0" indent="-403860" algn="l" rtl="0">
              <a:lnSpc>
                <a:spcPct val="100000"/>
              </a:lnSpc>
              <a:spcBef>
                <a:spcPts val="480"/>
              </a:spcBef>
              <a:spcAft>
                <a:spcPts val="0"/>
              </a:spcAft>
              <a:buClr>
                <a:schemeClr val="accent1"/>
              </a:buClr>
              <a:buSzPts val="2760"/>
              <a:buFont typeface="Arial" panose="020B0604020202020204"/>
              <a:buChar char="•"/>
              <a:defRPr sz="24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1pPr>
            <a:lvl2pPr marL="914400" marR="0" lvl="1" indent="-374650" algn="l" rtl="0">
              <a:lnSpc>
                <a:spcPct val="100000"/>
              </a:lnSpc>
              <a:spcBef>
                <a:spcPts val="600"/>
              </a:spcBef>
              <a:spcAft>
                <a:spcPts val="0"/>
              </a:spcAft>
              <a:buClr>
                <a:schemeClr val="accent1"/>
              </a:buClr>
              <a:buSzPts val="2300"/>
              <a:buFont typeface="Arial" panose="020B0604020202020204"/>
              <a:buChar char="•"/>
              <a:defRPr sz="20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2pPr>
            <a:lvl3pPr marL="1371600" marR="0" lvl="2" indent="-360045" algn="l" rtl="0">
              <a:lnSpc>
                <a:spcPct val="100000"/>
              </a:lnSpc>
              <a:spcBef>
                <a:spcPts val="600"/>
              </a:spcBef>
              <a:spcAft>
                <a:spcPts val="0"/>
              </a:spcAft>
              <a:buClr>
                <a:schemeClr val="accent1"/>
              </a:buClr>
              <a:buSzPts val="2070"/>
              <a:buFont typeface="Arial" panose="020B0604020202020204"/>
              <a:buChar char="•"/>
              <a:defRPr sz="18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3pPr>
            <a:lvl4pPr marL="1828800" marR="0" lvl="3" indent="-345440" algn="l" rtl="0">
              <a:lnSpc>
                <a:spcPct val="100000"/>
              </a:lnSpc>
              <a:spcBef>
                <a:spcPts val="600"/>
              </a:spcBef>
              <a:spcAft>
                <a:spcPts val="0"/>
              </a:spcAft>
              <a:buClr>
                <a:schemeClr val="accent1"/>
              </a:buClr>
              <a:buSzPts val="1840"/>
              <a:buFont typeface="Arial" panose="020B0604020202020204"/>
              <a:buChar char="•"/>
              <a:defRPr sz="16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4pPr>
            <a:lvl5pPr marL="2286000" marR="0" lvl="4" indent="-330835" algn="l" rtl="0">
              <a:lnSpc>
                <a:spcPct val="100000"/>
              </a:lnSpc>
              <a:spcBef>
                <a:spcPts val="600"/>
              </a:spcBef>
              <a:spcAft>
                <a:spcPts val="0"/>
              </a:spcAft>
              <a:buClr>
                <a:schemeClr val="accent1"/>
              </a:buClr>
              <a:buSzPts val="1610"/>
              <a:buFont typeface="Arial" panose="020B0604020202020204"/>
              <a:buChar char="•"/>
              <a:defRPr sz="14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5pPr>
            <a:lvl6pPr marL="2743200" marR="0" lvl="5" indent="-330835" algn="l" rtl="0">
              <a:lnSpc>
                <a:spcPct val="100000"/>
              </a:lnSpc>
              <a:spcBef>
                <a:spcPts val="600"/>
              </a:spcBef>
              <a:spcAft>
                <a:spcPts val="0"/>
              </a:spcAft>
              <a:buClr>
                <a:schemeClr val="accent1"/>
              </a:buClr>
              <a:buSzPts val="1610"/>
              <a:buFont typeface="Arial" panose="020B0604020202020204"/>
              <a:buChar char="•"/>
              <a:defRPr sz="14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6pPr>
            <a:lvl7pPr marL="3200400" marR="0" lvl="6" indent="-330835" algn="l" rtl="0">
              <a:lnSpc>
                <a:spcPct val="100000"/>
              </a:lnSpc>
              <a:spcBef>
                <a:spcPts val="600"/>
              </a:spcBef>
              <a:spcAft>
                <a:spcPts val="0"/>
              </a:spcAft>
              <a:buClr>
                <a:schemeClr val="accent1"/>
              </a:buClr>
              <a:buSzPts val="1610"/>
              <a:buFont typeface="Arial" panose="020B0604020202020204"/>
              <a:buChar char="•"/>
              <a:defRPr sz="14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7pPr>
            <a:lvl8pPr marL="3657600" marR="0" lvl="7" indent="-330835" algn="l" rtl="0">
              <a:lnSpc>
                <a:spcPct val="100000"/>
              </a:lnSpc>
              <a:spcBef>
                <a:spcPts val="600"/>
              </a:spcBef>
              <a:spcAft>
                <a:spcPts val="0"/>
              </a:spcAft>
              <a:buClr>
                <a:schemeClr val="accent1"/>
              </a:buClr>
              <a:buSzPts val="1610"/>
              <a:buFont typeface="Arial" panose="020B0604020202020204"/>
              <a:buChar char="•"/>
              <a:defRPr sz="14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8pPr>
            <a:lvl9pPr marL="4114800" marR="0" lvl="8" indent="-330835" algn="l" rtl="0">
              <a:lnSpc>
                <a:spcPct val="100000"/>
              </a:lnSpc>
              <a:spcBef>
                <a:spcPts val="600"/>
              </a:spcBef>
              <a:spcAft>
                <a:spcPts val="600"/>
              </a:spcAft>
              <a:buClr>
                <a:schemeClr val="accent1"/>
              </a:buClr>
              <a:buSzPts val="1610"/>
              <a:buFont typeface="Arial" panose="020B0604020202020204"/>
              <a:buChar char="•"/>
              <a:defRPr sz="1400" b="0" i="0" u="none" strike="noStrike" cap="none">
                <a:solidFill>
                  <a:srgbClr val="262626"/>
                </a:solidFill>
                <a:latin typeface="Garamond" panose="02020404030301010803"/>
                <a:ea typeface="Garamond" panose="02020404030301010803"/>
                <a:cs typeface="Garamond" panose="02020404030301010803"/>
                <a:sym typeface="Garamond" panose="02020404030301010803"/>
              </a:defRPr>
            </a:lvl9pPr>
          </a:lstStyle>
          <a:p/>
        </p:txBody>
      </p:sp>
      <p:sp>
        <p:nvSpPr>
          <p:cNvPr id="13" name="Google Shape;13;p45"/>
          <p:cNvSpPr txBox="1"/>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p:txBody>
      </p:sp>
      <p:sp>
        <p:nvSpPr>
          <p:cNvPr id="14" name="Google Shape;14;p45"/>
          <p:cNvSpPr txBox="1"/>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p:txBody>
      </p:sp>
      <p:sp>
        <p:nvSpPr>
          <p:cNvPr id="15" name="Google Shape;15;p45"/>
          <p:cNvSpPr txBox="1"/>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1"/>
                </a:solidFill>
                <a:latin typeface="Garamond" panose="02020404030301010803"/>
                <a:ea typeface="Garamond" panose="02020404030301010803"/>
                <a:cs typeface="Garamond" panose="02020404030301010803"/>
                <a:sym typeface="Garamond" panose="02020404030301010803"/>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hyperlink" Target="mailto:rangnv@gmail.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2496725" y="1871125"/>
            <a:ext cx="7206000" cy="1515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262626"/>
              </a:buClr>
              <a:buSzPts val="3200"/>
              <a:buFont typeface="Times New Roman" panose="02020603050405020304" charset="0"/>
              <a:buNone/>
            </a:pPr>
            <a:r>
              <a:rPr lang="en-US" sz="3200">
                <a:latin typeface="Times New Roman" panose="02020603050405020304" charset="0"/>
                <a:cs typeface="Times New Roman" panose="02020603050405020304" charset="0"/>
              </a:rPr>
              <a:t>BÀI TẬP THỰC HÀNH </a:t>
            </a:r>
            <a:br>
              <a:rPr lang="en-US" sz="4000">
                <a:latin typeface="Times New Roman" panose="02020603050405020304" charset="0"/>
                <a:cs typeface="Times New Roman" panose="02020603050405020304" charset="0"/>
              </a:rPr>
            </a:br>
            <a:r>
              <a:rPr lang="en-US" sz="3600">
                <a:latin typeface="Times New Roman" panose="02020603050405020304" charset="0"/>
                <a:cs typeface="Times New Roman" panose="02020603050405020304" charset="0"/>
              </a:rPr>
              <a:t>THIẾT KẾ WEB SITE BÁN HÀNG</a:t>
            </a:r>
            <a:endParaRPr sz="4000">
              <a:latin typeface="Times New Roman" panose="02020603050405020304" charset="0"/>
              <a:cs typeface="Times New Roman" panose="02020603050405020304" charset="0"/>
            </a:endParaRPr>
          </a:p>
        </p:txBody>
      </p:sp>
      <p:sp>
        <p:nvSpPr>
          <p:cNvPr id="152" name="Google Shape;152;p1"/>
          <p:cNvSpPr txBox="1"/>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SzPts val="2415"/>
              <a:buNone/>
            </a:pPr>
            <a:r>
              <a:rPr lang="en-US">
                <a:latin typeface="Times New Roman" panose="02020603050405020304" charset="0"/>
                <a:cs typeface="Times New Roman" panose="02020603050405020304" charset="0"/>
              </a:rPr>
              <a:t>HỌC PHẦN</a:t>
            </a:r>
            <a:endParaRPr lang="en-US">
              <a:latin typeface="Times New Roman" panose="02020603050405020304" charset="0"/>
              <a:cs typeface="Times New Roman" panose="02020603050405020304" charset="0"/>
            </a:endParaRPr>
          </a:p>
          <a:p>
            <a:pPr marL="0" lvl="0" indent="0" algn="ctr" rtl="0">
              <a:lnSpc>
                <a:spcPct val="100000"/>
              </a:lnSpc>
              <a:spcBef>
                <a:spcPts val="1020"/>
              </a:spcBef>
              <a:spcAft>
                <a:spcPts val="0"/>
              </a:spcAft>
              <a:buSzPts val="2415"/>
              <a:buNone/>
            </a:pPr>
            <a:r>
              <a:rPr lang="en-US">
                <a:latin typeface="Times New Roman" panose="02020603050405020304" charset="0"/>
                <a:cs typeface="Times New Roman" panose="02020603050405020304" charset="0"/>
              </a:rPr>
              <a:t>PHÁT TRIỂN ỨNG DỤNG WEB</a:t>
            </a:r>
            <a:endParaRPr lang="en-US">
              <a:latin typeface="Times New Roman" panose="02020603050405020304" charset="0"/>
              <a:cs typeface="Times New Roman" panose="02020603050405020304" charset="0"/>
            </a:endParaRPr>
          </a:p>
          <a:p>
            <a:pPr marL="0" lvl="0" indent="0" algn="ctr" rtl="0">
              <a:lnSpc>
                <a:spcPct val="100000"/>
              </a:lnSpc>
              <a:spcBef>
                <a:spcPts val="1020"/>
              </a:spcBef>
              <a:spcAft>
                <a:spcPts val="0"/>
              </a:spcAft>
              <a:buSzPts val="2415"/>
              <a:buNone/>
            </a:pPr>
            <a:r>
              <a:rPr lang="en-US">
                <a:latin typeface="Times New Roman" panose="02020603050405020304" charset="0"/>
                <a:cs typeface="Times New Roman" panose="02020603050405020304" charset="0"/>
              </a:rPr>
              <a:t>LÊ HẢI PHÁT-66132735-</a:t>
            </a:r>
            <a:r>
              <a:rPr lang="en-US" u="sng">
                <a:solidFill>
                  <a:schemeClr val="accent1"/>
                </a:solidFill>
                <a:latin typeface="Times New Roman" panose="02020603050405020304" charset="0"/>
                <a:cs typeface="Times New Roman" panose="02020603050405020304" charset="0"/>
              </a:rPr>
              <a:t>phat.lh.66cntt@ntu.edu.vn</a:t>
            </a:r>
            <a:endParaRPr lang="en-US"/>
          </a:p>
          <a:p>
            <a:pPr marL="0" lvl="0" indent="0" algn="ctr" rtl="0">
              <a:lnSpc>
                <a:spcPct val="100000"/>
              </a:lnSpc>
              <a:spcBef>
                <a:spcPts val="1020"/>
              </a:spcBef>
              <a:spcAft>
                <a:spcPts val="0"/>
              </a:spcAft>
              <a:buSzPts val="2415"/>
              <a:buNone/>
            </a:pPr>
            <a:endParaRPr lang="en-US" u="sng">
              <a:solidFill>
                <a:schemeClr val="tx1"/>
              </a:solidFill>
              <a:hlinkClick r:id="rId1"/>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2"/>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latin typeface="Times New Roman" panose="02020603050405020304" charset="0"/>
                <a:cs typeface="Times New Roman" panose="02020603050405020304" charset="0"/>
              </a:rPr>
              <a:t>NỘI DUNG TRÌNH BÀY</a:t>
            </a:r>
            <a:endParaRPr lang="en-US">
              <a:latin typeface="Times New Roman" panose="02020603050405020304" charset="0"/>
              <a:cs typeface="Times New Roman" panose="02020603050405020304" charset="0"/>
            </a:endParaRPr>
          </a:p>
        </p:txBody>
      </p:sp>
      <p:sp>
        <p:nvSpPr>
          <p:cNvPr id="158" name="Google Shape;158;p2"/>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760"/>
              <a:buNone/>
            </a:pPr>
            <a:r>
              <a:rPr lang="en-US">
                <a:latin typeface="Times New Roman" panose="02020603050405020304" charset="0"/>
                <a:cs typeface="Times New Roman" panose="02020603050405020304" charset="0"/>
              </a:rPr>
              <a:t>I. Khảo sát và mô tả bài toán</a:t>
            </a:r>
            <a:endParaRPr lang="en-US">
              <a:latin typeface="Times New Roman" panose="02020603050405020304" charset="0"/>
              <a:cs typeface="Times New Roman" panose="02020603050405020304" charset="0"/>
            </a:endParaRPr>
          </a:p>
          <a:p>
            <a:pPr marL="0" lvl="0" indent="0" algn="l" rtl="0">
              <a:lnSpc>
                <a:spcPct val="100000"/>
              </a:lnSpc>
              <a:spcBef>
                <a:spcPts val="1080"/>
              </a:spcBef>
              <a:spcAft>
                <a:spcPts val="0"/>
              </a:spcAft>
              <a:buSzPts val="2760"/>
              <a:buNone/>
            </a:pPr>
            <a:r>
              <a:rPr lang="en-US">
                <a:latin typeface="Times New Roman" panose="02020603050405020304" charset="0"/>
                <a:cs typeface="Times New Roman" panose="02020603050405020304" charset="0"/>
              </a:rPr>
              <a:t>II. Phân tích thiết kế CSDL</a:t>
            </a:r>
            <a:endParaRPr lang="en-US">
              <a:latin typeface="Times New Roman" panose="02020603050405020304" charset="0"/>
              <a:cs typeface="Times New Roman" panose="02020603050405020304" charset="0"/>
            </a:endParaRPr>
          </a:p>
          <a:p>
            <a:pPr marL="0" lvl="0" indent="0" algn="l" rtl="0">
              <a:lnSpc>
                <a:spcPct val="100000"/>
              </a:lnSpc>
              <a:spcBef>
                <a:spcPts val="1080"/>
              </a:spcBef>
              <a:spcAft>
                <a:spcPts val="0"/>
              </a:spcAft>
              <a:buSzPts val="2760"/>
              <a:buNone/>
            </a:pPr>
            <a:r>
              <a:rPr lang="en-US">
                <a:latin typeface="Times New Roman" panose="02020603050405020304" charset="0"/>
                <a:cs typeface="Times New Roman" panose="02020603050405020304" charset="0"/>
              </a:rPr>
              <a:t>III. Cài đặt CSDL</a:t>
            </a:r>
            <a:endParaRPr lang="en-US">
              <a:latin typeface="Times New Roman" panose="02020603050405020304" charset="0"/>
              <a:cs typeface="Times New Roman" panose="02020603050405020304" charset="0"/>
            </a:endParaRPr>
          </a:p>
          <a:p>
            <a:pPr marL="0" lvl="0" indent="0" algn="l" rtl="0">
              <a:lnSpc>
                <a:spcPct val="100000"/>
              </a:lnSpc>
              <a:spcBef>
                <a:spcPts val="1080"/>
              </a:spcBef>
              <a:spcAft>
                <a:spcPts val="0"/>
              </a:spcAft>
              <a:buSzPts val="2760"/>
              <a:buNone/>
            </a:pPr>
            <a:r>
              <a:rPr lang="en-US">
                <a:latin typeface="Times New Roman" panose="02020603050405020304" charset="0"/>
                <a:cs typeface="Times New Roman" panose="02020603050405020304" charset="0"/>
              </a:rPr>
              <a:t>IV. Cài đặt ứng dụng</a:t>
            </a:r>
            <a:endParaRPr lang="en-US">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3"/>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latin typeface="Times New Roman" panose="02020603050405020304" charset="0"/>
                <a:cs typeface="Times New Roman" panose="02020603050405020304" charset="0"/>
              </a:rPr>
              <a:t>I. KHẢO SÁT VÀ MÔ TẢ BÀI TOÁN</a:t>
            </a:r>
            <a:endParaRPr lang="en-US">
              <a:latin typeface="Times New Roman" panose="02020603050405020304" charset="0"/>
              <a:cs typeface="Times New Roman" panose="02020603050405020304" charset="0"/>
            </a:endParaRPr>
          </a:p>
        </p:txBody>
      </p:sp>
      <p:sp>
        <p:nvSpPr>
          <p:cNvPr id="164" name="Google Shape;164;p3"/>
          <p:cNvSpPr txBox="1"/>
          <p:nvPr>
            <p:ph type="body" idx="1"/>
          </p:nvPr>
        </p:nvSpPr>
        <p:spPr>
          <a:xfrm>
            <a:off x="874643" y="1484243"/>
            <a:ext cx="10628243" cy="4593827"/>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760"/>
              <a:buNone/>
            </a:pPr>
            <a:r>
              <a:rPr lang="en-US">
                <a:latin typeface="Times New Roman" panose="02020603050405020304" charset="0"/>
                <a:cs typeface="Times New Roman" panose="02020603050405020304" charset="0"/>
              </a:rPr>
              <a:t>I.1. Khảo sát bài toán</a:t>
            </a:r>
            <a:endParaRPr lang="en-US">
              <a:latin typeface="Times New Roman" panose="02020603050405020304" charset="0"/>
              <a:cs typeface="Times New Roman" panose="02020603050405020304" charset="0"/>
            </a:endParaRPr>
          </a:p>
          <a:p>
            <a:pPr marL="0" lvl="0" indent="0" algn="l" rtl="0">
              <a:lnSpc>
                <a:spcPct val="100000"/>
              </a:lnSpc>
              <a:spcBef>
                <a:spcPts val="1080"/>
              </a:spcBef>
              <a:spcAft>
                <a:spcPts val="0"/>
              </a:spcAft>
              <a:buSzPts val="2760"/>
              <a:buNone/>
            </a:pPr>
            <a:r>
              <a:rPr lang="en-US">
                <a:latin typeface="Times New Roman" panose="02020603050405020304" charset="0"/>
                <a:cs typeface="Times New Roman" panose="02020603050405020304" charset="0"/>
              </a:rPr>
              <a:t>I.2. Mô tả bài toán</a:t>
            </a:r>
            <a:endParaRPr lang="en-US">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sp>
        <p:nvSpPr>
          <p:cNvPr id="169" name="Google Shape;169;p4"/>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latin typeface="Times New Roman" panose="02020603050405020304" charset="0"/>
                <a:cs typeface="Times New Roman" panose="02020603050405020304" charset="0"/>
              </a:rPr>
              <a:t>I.1. KHẢO SÁT BÀI TOÁN</a:t>
            </a:r>
            <a:endParaRPr lang="en-US">
              <a:latin typeface="Times New Roman" panose="02020603050405020304" charset="0"/>
              <a:cs typeface="Times New Roman" panose="02020603050405020304" charset="0"/>
            </a:endParaRPr>
          </a:p>
        </p:txBody>
      </p:sp>
      <p:sp>
        <p:nvSpPr>
          <p:cNvPr id="170" name="Google Shape;170;p4"/>
          <p:cNvSpPr txBox="1"/>
          <p:nvPr>
            <p:ph type="body" idx="1"/>
          </p:nvPr>
        </p:nvSpPr>
        <p:spPr>
          <a:xfrm>
            <a:off x="874643" y="1484244"/>
            <a:ext cx="10628243" cy="46558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SzPct val="115000"/>
              <a:buNone/>
            </a:pPr>
            <a:r>
              <a:rPr lang="en-US">
                <a:latin typeface="Times New Roman" panose="02020603050405020304" charset="0"/>
                <a:cs typeface="Times New Roman" panose="02020603050405020304" charset="0"/>
              </a:rPr>
              <a:t>Cần xây dựng web site bán hàng, tham khảo chức năng website bán hàng:</a:t>
            </a:r>
            <a:r>
              <a:rPr lang="en-US" altLang="en-US" u="sng">
                <a:solidFill>
                  <a:schemeClr val="accent1"/>
                </a:solidFill>
                <a:latin typeface="Times New Roman" panose="02020603050405020304" charset="0"/>
                <a:cs typeface="Times New Roman" panose="02020603050405020304" charset="0"/>
              </a:rPr>
              <a:t>https://tiki.vn/</a:t>
            </a:r>
            <a:endParaRPr lang="en-US" altLang="en-US" u="sng">
              <a:solidFill>
                <a:schemeClr val="accent1"/>
              </a:solidFill>
              <a:latin typeface="Times New Roman" panose="02020603050405020304" charset="0"/>
              <a:cs typeface="Times New Roman" panose="02020603050405020304" charset="0"/>
            </a:endParaRPr>
          </a:p>
        </p:txBody>
      </p:sp>
      <p:pic>
        <p:nvPicPr>
          <p:cNvPr id="171" name="Google Shape;171;p4"/>
          <p:cNvPicPr preferRelativeResize="0"/>
          <p:nvPr/>
        </p:nvPicPr>
        <p:blipFill rotWithShape="1">
          <a:blip r:embed="rId1"/>
          <a:srcRect t="6798" b="11507"/>
          <a:stretch>
            <a:fillRect/>
          </a:stretch>
        </p:blipFill>
        <p:spPr>
          <a:xfrm>
            <a:off x="874642" y="1936377"/>
            <a:ext cx="10367099" cy="4168588"/>
          </a:xfrm>
          <a:prstGeom prst="rect">
            <a:avLst/>
          </a:prstGeom>
          <a:noFill/>
          <a:ln>
            <a:noFill/>
          </a:ln>
        </p:spPr>
      </p:pic>
      <p:pic>
        <p:nvPicPr>
          <p:cNvPr id="2" name="Picture 1" descr="Screenshot 2026-09-18 151028"/>
          <p:cNvPicPr>
            <a:picLocks noChangeAspect="1"/>
          </p:cNvPicPr>
          <p:nvPr/>
        </p:nvPicPr>
        <p:blipFill>
          <a:blip r:embed="rId2"/>
          <a:stretch>
            <a:fillRect/>
          </a:stretch>
        </p:blipFill>
        <p:spPr>
          <a:xfrm>
            <a:off x="623570" y="1845310"/>
            <a:ext cx="10941050" cy="46742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75" name="Shape 175"/>
        <p:cNvGrpSpPr/>
        <p:nvPr/>
      </p:nvGrpSpPr>
      <p:grpSpPr>
        <a:xfrm>
          <a:off x="0" y="0"/>
          <a:ext cx="0" cy="0"/>
          <a:chOff x="0" y="0"/>
          <a:chExt cx="0" cy="0"/>
        </a:xfrm>
      </p:grpSpPr>
      <p:sp>
        <p:nvSpPr>
          <p:cNvPr id="176" name="Google Shape;176;p5"/>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I.1. KHẢO SÁT BÀI TOÁN (tt)</a:t>
            </a:r>
            <a:endParaRPr lang="en-US"/>
          </a:p>
        </p:txBody>
      </p:sp>
      <p:sp>
        <p:nvSpPr>
          <p:cNvPr id="178" name="Google Shape;178;p5"/>
          <p:cNvSpPr/>
          <p:nvPr/>
        </p:nvSpPr>
        <p:spPr>
          <a:xfrm>
            <a:off x="302895" y="5372735"/>
            <a:ext cx="2164080" cy="539115"/>
          </a:xfrm>
          <a:prstGeom prst="wedgeRectCallout">
            <a:avLst>
              <a:gd name="adj1" fmla="val 56703"/>
              <a:gd name="adj2" fmla="val -354679"/>
            </a:avLst>
          </a:prstGeom>
          <a:noFill/>
          <a:ln w="15875" cap="flat" cmpd="sng">
            <a:solidFill>
              <a:srgbClr val="5F6F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FF0000"/>
                </a:solidFill>
                <a:latin typeface="Times New Roman" panose="02020603050405020304" charset="0"/>
                <a:ea typeface="Times New Roman" panose="02020603050405020304" charset="0"/>
                <a:cs typeface="Times New Roman" panose="02020603050405020304" charset="0"/>
                <a:sym typeface="Times New Roman" panose="02020603050405020304" charset="0"/>
              </a:rPr>
              <a:t>Nhóm sản phẩm</a:t>
            </a:r>
            <a:endParaRPr lang="en-US" sz="1800" b="0" i="0" u="none" strike="noStrike" cap="none">
              <a:solidFill>
                <a:srgbClr val="FF0000"/>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79" name="Google Shape;179;p5"/>
          <p:cNvSpPr/>
          <p:nvPr/>
        </p:nvSpPr>
        <p:spPr>
          <a:xfrm>
            <a:off x="9984593" y="5301232"/>
            <a:ext cx="1855694" cy="539347"/>
          </a:xfrm>
          <a:prstGeom prst="wedgeRectCallout">
            <a:avLst>
              <a:gd name="adj1" fmla="val -83876"/>
              <a:gd name="adj2" fmla="val -421996"/>
            </a:avLst>
          </a:prstGeom>
          <a:noFill/>
          <a:ln w="15875" cap="flat" cmpd="sng">
            <a:solidFill>
              <a:srgbClr val="5F6F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FF0000"/>
                </a:solidFill>
                <a:latin typeface="Times New Roman" panose="02020603050405020304" charset="0"/>
                <a:ea typeface="Times New Roman" panose="02020603050405020304" charset="0"/>
                <a:cs typeface="Times New Roman" panose="02020603050405020304" charset="0"/>
                <a:sym typeface="Times New Roman" panose="02020603050405020304" charset="0"/>
              </a:rPr>
              <a:t>Loại sản phẩm</a:t>
            </a:r>
            <a:endParaRPr lang="en-US" sz="1800" b="0" i="0" u="none" strike="noStrike" cap="none">
              <a:solidFill>
                <a:srgbClr val="FF0000"/>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80" name="Google Shape;180;p5"/>
          <p:cNvSpPr/>
          <p:nvPr/>
        </p:nvSpPr>
        <p:spPr>
          <a:xfrm>
            <a:off x="5375835" y="4652907"/>
            <a:ext cx="4087906" cy="1465730"/>
          </a:xfrm>
          <a:prstGeom prst="flowChartPunchedCard">
            <a:avLst/>
          </a:prstGeom>
          <a:solidFill>
            <a:schemeClr val="accent1"/>
          </a:solidFill>
          <a:ln w="15875" cap="flat" cmpd="sng">
            <a:solidFill>
              <a:srgbClr val="5F6F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2000" b="0" i="0" u="none" strike="noStrike" cap="none">
                <a:solidFill>
                  <a:srgbClr val="FF0000"/>
                </a:solidFill>
                <a:latin typeface="Times New Roman" panose="02020603050405020304" charset="0"/>
                <a:ea typeface="Arial" panose="020B0604020202020204"/>
                <a:cs typeface="Times New Roman" panose="02020603050405020304" charset="0"/>
                <a:sym typeface="Arial" panose="020B0604020202020204"/>
              </a:rPr>
              <a:t>mỗi nhóm sản phẩm đều có mỗi loại sản phẩm</a:t>
            </a:r>
            <a:endParaRPr lang="en-US" sz="2000" b="0" i="0" u="none" strike="noStrike" cap="none">
              <a:solidFill>
                <a:srgbClr val="FF0000"/>
              </a:solidFill>
              <a:latin typeface="Times New Roman" panose="02020603050405020304" charset="0"/>
              <a:ea typeface="Arial" panose="020B0604020202020204"/>
              <a:cs typeface="Times New Roman" panose="02020603050405020304" charset="0"/>
              <a:sym typeface="Arial" panose="020B0604020202020204"/>
            </a:endParaRPr>
          </a:p>
        </p:txBody>
      </p:sp>
      <p:pic>
        <p:nvPicPr>
          <p:cNvPr id="2" name="Picture 1" descr="Screenshot 2026-09-18 151318"/>
          <p:cNvPicPr>
            <a:picLocks noChangeAspect="1"/>
          </p:cNvPicPr>
          <p:nvPr/>
        </p:nvPicPr>
        <p:blipFill>
          <a:blip r:embed="rId1"/>
          <a:stretch>
            <a:fillRect/>
          </a:stretch>
        </p:blipFill>
        <p:spPr>
          <a:xfrm>
            <a:off x="2715895" y="1196975"/>
            <a:ext cx="2339340" cy="4953000"/>
          </a:xfrm>
          <a:prstGeom prst="rect">
            <a:avLst/>
          </a:prstGeom>
        </p:spPr>
      </p:pic>
      <p:pic>
        <p:nvPicPr>
          <p:cNvPr id="8" name="Picture 7" descr="Screenshot 2026-09-18 151621"/>
          <p:cNvPicPr>
            <a:picLocks noChangeAspect="1"/>
          </p:cNvPicPr>
          <p:nvPr/>
        </p:nvPicPr>
        <p:blipFill>
          <a:blip r:embed="rId2"/>
          <a:stretch>
            <a:fillRect/>
          </a:stretch>
        </p:blipFill>
        <p:spPr>
          <a:xfrm>
            <a:off x="4871720" y="1341120"/>
            <a:ext cx="7261860" cy="18059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84" name="Shape 184"/>
        <p:cNvGrpSpPr/>
        <p:nvPr/>
      </p:nvGrpSpPr>
      <p:grpSpPr>
        <a:xfrm>
          <a:off x="0" y="0"/>
          <a:ext cx="0" cy="0"/>
          <a:chOff x="0" y="0"/>
          <a:chExt cx="0" cy="0"/>
        </a:xfrm>
      </p:grpSpPr>
      <p:sp>
        <p:nvSpPr>
          <p:cNvPr id="185" name="Google Shape;185;p6"/>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I.1. KHẢO SÁT BÀI TOÁN (tt)</a:t>
            </a:r>
            <a:endParaRPr lang="en-US"/>
          </a:p>
        </p:txBody>
      </p:sp>
      <p:sp>
        <p:nvSpPr>
          <p:cNvPr id="186" name="Google Shape;186;p6"/>
          <p:cNvSpPr/>
          <p:nvPr/>
        </p:nvSpPr>
        <p:spPr>
          <a:xfrm>
            <a:off x="7933764" y="2517104"/>
            <a:ext cx="3272116" cy="2162473"/>
          </a:xfrm>
          <a:prstGeom prst="flowChartPunchedCard">
            <a:avLst/>
          </a:prstGeom>
          <a:solidFill>
            <a:schemeClr val="accent1"/>
          </a:solidFill>
          <a:ln w="15875" cap="flat" cmpd="sng">
            <a:solidFill>
              <a:srgbClr val="5F6F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Mỗi sản phẩm khi liệt kê bao gồm tên sản phẩm, đơn giá và ảnh minh họa</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 name="Picture 1" descr="Screenshot 2026-09-18 152051"/>
          <p:cNvPicPr>
            <a:picLocks noChangeAspect="1"/>
          </p:cNvPicPr>
          <p:nvPr/>
        </p:nvPicPr>
        <p:blipFill>
          <a:blip r:embed="rId1"/>
          <a:stretch>
            <a:fillRect/>
          </a:stretch>
        </p:blipFill>
        <p:spPr>
          <a:xfrm>
            <a:off x="622935" y="2061210"/>
            <a:ext cx="7272020" cy="3190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99" name="Shape 199"/>
        <p:cNvGrpSpPr/>
        <p:nvPr/>
      </p:nvGrpSpPr>
      <p:grpSpPr>
        <a:xfrm>
          <a:off x="0" y="0"/>
          <a:ext cx="0" cy="0"/>
          <a:chOff x="0" y="0"/>
          <a:chExt cx="0" cy="0"/>
        </a:xfrm>
      </p:grpSpPr>
      <p:sp>
        <p:nvSpPr>
          <p:cNvPr id="200" name="Google Shape;200;p8"/>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latin typeface="Times New Roman" panose="02020603050405020304" charset="0"/>
                <a:cs typeface="Times New Roman" panose="02020603050405020304" charset="0"/>
              </a:rPr>
              <a:t>I.2. MÔ TẢ BÀI TOÁN</a:t>
            </a:r>
            <a:endParaRPr lang="en-US">
              <a:latin typeface="Times New Roman" panose="02020603050405020304" charset="0"/>
              <a:cs typeface="Times New Roman" panose="02020603050405020304" charset="0"/>
            </a:endParaRPr>
          </a:p>
        </p:txBody>
      </p:sp>
      <p:sp>
        <p:nvSpPr>
          <p:cNvPr id="201" name="Google Shape;201;p8"/>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00000"/>
              </a:lnSpc>
              <a:spcBef>
                <a:spcPts val="0"/>
              </a:spcBef>
              <a:spcAft>
                <a:spcPts val="0"/>
              </a:spcAft>
              <a:buSzPct val="115000"/>
              <a:buNone/>
            </a:pPr>
            <a:r>
              <a:rPr lang="en-US">
                <a:latin typeface="Times New Roman" panose="02020603050405020304" charset="0"/>
                <a:cs typeface="Times New Roman" panose="02020603050405020304" charset="0"/>
              </a:rPr>
              <a:t>Sau khi khảo sát, phân tích viên đưa ra mô tả yêu cầu đặt ra của bài toán, cụ thể như sau:</a:t>
            </a:r>
            <a:endParaRPr lang="en-US">
              <a:latin typeface="Times New Roman" panose="02020603050405020304" charset="0"/>
              <a:cs typeface="Times New Roman" panose="02020603050405020304" charset="0"/>
            </a:endParaRPr>
          </a:p>
          <a:p>
            <a:pPr marL="0" lvl="0" indent="0" algn="l" rtl="0">
              <a:lnSpc>
                <a:spcPct val="100000"/>
              </a:lnSpc>
              <a:spcBef>
                <a:spcPts val="1045"/>
              </a:spcBef>
              <a:spcAft>
                <a:spcPts val="0"/>
              </a:spcAft>
              <a:buSzPct val="115000"/>
              <a:buNone/>
            </a:pPr>
            <a:r>
              <a:rPr lang="en-US">
                <a:latin typeface="Times New Roman" panose="02020603050405020304" charset="0"/>
                <a:cs typeface="Times New Roman" panose="02020603050405020304" charset="0"/>
              </a:rPr>
              <a:t>1. Tổ chức cơ sở dữ liệu: </a:t>
            </a:r>
            <a:endParaRPr lang="en-US">
              <a:latin typeface="Times New Roman" panose="02020603050405020304" charset="0"/>
              <a:cs typeface="Times New Roman" panose="02020603050405020304" charset="0"/>
            </a:endParaRPr>
          </a:p>
          <a:p>
            <a:pPr marL="0" lvl="0" indent="0" algn="l" rtl="0">
              <a:lnSpc>
                <a:spcPct val="100000"/>
              </a:lnSpc>
              <a:spcBef>
                <a:spcPts val="1045"/>
              </a:spcBef>
              <a:spcAft>
                <a:spcPts val="0"/>
              </a:spcAft>
              <a:buSzPct val="115000"/>
              <a:buNone/>
            </a:pPr>
            <a:r>
              <a:rPr lang="en-US">
                <a:latin typeface="Times New Roman" panose="02020603050405020304" charset="0"/>
                <a:cs typeface="Times New Roman" panose="02020603050405020304" charset="0"/>
              </a:rPr>
              <a:t>Mỗi sản phẩm quản lý các thông tin: mã sản phẩm,tên sản phẩm, thông tin chi tiết ảnh minh họa, đơn giá. Mỗi sản phẩm thuộc một loại sản phẩm, mỗi loại sản phẩm thuộc một nhóm sản phẩm lớn hơn.</a:t>
            </a:r>
            <a:endParaRPr lang="en-US">
              <a:latin typeface="Times New Roman" panose="02020603050405020304" charset="0"/>
              <a:cs typeface="Times New Roman" panose="02020603050405020304" charset="0"/>
            </a:endParaRPr>
          </a:p>
          <a:p>
            <a:pPr marL="0" lvl="0" indent="0" algn="l" rtl="0">
              <a:lnSpc>
                <a:spcPct val="100000"/>
              </a:lnSpc>
              <a:spcBef>
                <a:spcPts val="1045"/>
              </a:spcBef>
              <a:spcAft>
                <a:spcPts val="0"/>
              </a:spcAft>
              <a:buSzPct val="115000"/>
              <a:buNone/>
            </a:pPr>
            <a:r>
              <a:rPr lang="en-US">
                <a:latin typeface="Times New Roman" panose="02020603050405020304" charset="0"/>
                <a:cs typeface="Times New Roman" panose="02020603050405020304" charset="0"/>
              </a:rPr>
              <a:t>2. Chức năng web site:</a:t>
            </a:r>
            <a:endParaRPr lang="en-US">
              <a:latin typeface="Times New Roman" panose="02020603050405020304" charset="0"/>
              <a:cs typeface="Times New Roman" panose="02020603050405020304" charset="0"/>
            </a:endParaRPr>
          </a:p>
          <a:p>
            <a:pPr marL="0" lvl="0" indent="0" algn="l" rtl="0">
              <a:lnSpc>
                <a:spcPct val="100000"/>
              </a:lnSpc>
              <a:spcBef>
                <a:spcPts val="1045"/>
              </a:spcBef>
              <a:spcAft>
                <a:spcPts val="0"/>
              </a:spcAft>
              <a:buSzPct val="115000"/>
              <a:buNone/>
            </a:pPr>
            <a:r>
              <a:rPr lang="en-US">
                <a:latin typeface="Times New Roman" panose="02020603050405020304" charset="0"/>
                <a:cs typeface="Times New Roman" panose="02020603050405020304" charset="0"/>
              </a:rPr>
              <a:t>Sản phẩm được trình bày theo cấu trúc: Nhóm sản phẩm  ⮊ Loại sản phẩm ⮊ Danh sách các sản phẩm thuộc loại sản phẩm đã chọn, mỗi sản phẩm liệt kê: tên sản phẩm, ảnh minh họa,đơn giá và thông tin tóm tắt.</a:t>
            </a:r>
            <a:endParaRPr lang="en-US">
              <a:latin typeface="Times New Roman" panose="02020603050405020304" charset="0"/>
              <a:cs typeface="Times New Roman" panose="02020603050405020304" charset="0"/>
            </a:endParaRPr>
          </a:p>
          <a:p>
            <a:pPr marL="0" lvl="0" indent="0" algn="l" rtl="0">
              <a:lnSpc>
                <a:spcPct val="100000"/>
              </a:lnSpc>
              <a:spcBef>
                <a:spcPts val="1045"/>
              </a:spcBef>
              <a:spcAft>
                <a:spcPts val="0"/>
              </a:spcAft>
              <a:buSzPct val="115000"/>
              <a:buNone/>
            </a:pPr>
            <a:r>
              <a:rPr lang="en-US">
                <a:latin typeface="Times New Roman" panose="02020603050405020304" charset="0"/>
                <a:cs typeface="Times New Roman" panose="02020603050405020304" charset="0"/>
              </a:rPr>
              <a:t>Khi người dùng click vào tên sản phẩm hoặc ảnh minh họa, sẽ chuyển sang trang web hiển thị thông tin đầy đủ về sản phẩm được chọn, bao gồm: tên sản phẩm, đơn giá ,ngày giờ đăng, mô tả  tóm tắt, thông tin chi tiết ,ảnh minh họa.</a:t>
            </a:r>
            <a:endParaRPr lang="en-US">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05" name="Shape 205"/>
        <p:cNvGrpSpPr/>
        <p:nvPr/>
      </p:nvGrpSpPr>
      <p:grpSpPr>
        <a:xfrm>
          <a:off x="0" y="0"/>
          <a:ext cx="0" cy="0"/>
          <a:chOff x="0" y="0"/>
          <a:chExt cx="0" cy="0"/>
        </a:xfrm>
      </p:grpSpPr>
      <p:sp>
        <p:nvSpPr>
          <p:cNvPr id="206" name="Google Shape;206;p9"/>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II. PHÂN TÍCH THIẾT KẾ CSDL</a:t>
            </a:r>
            <a:endParaRPr lang="en-US"/>
          </a:p>
        </p:txBody>
      </p:sp>
      <p:sp>
        <p:nvSpPr>
          <p:cNvPr id="207" name="Google Shape;207;p9"/>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760"/>
              <a:buNone/>
            </a:pPr>
            <a:r>
              <a:rPr lang="en-US"/>
              <a:t>II.1. MÔ HÌNH DỮ LIỆU Ở MỨC QUAN NIỆM</a:t>
            </a:r>
            <a:endParaRPr lang="en-US"/>
          </a:p>
          <a:p>
            <a:pPr marL="0" lvl="0" indent="0" algn="l" rtl="0">
              <a:lnSpc>
                <a:spcPct val="100000"/>
              </a:lnSpc>
              <a:spcBef>
                <a:spcPts val="1080"/>
              </a:spcBef>
              <a:spcAft>
                <a:spcPts val="0"/>
              </a:spcAft>
              <a:buSzPts val="2760"/>
              <a:buNone/>
            </a:pPr>
            <a:r>
              <a:rPr lang="en-US"/>
              <a:t>II.2. MÔ HÌNH DỮ LIỆU Ở MỨC LUẬN LÝ</a:t>
            </a:r>
            <a:endParaRPr lang="en-US"/>
          </a:p>
          <a:p>
            <a:pPr marL="0" lvl="0" indent="0" algn="l" rtl="0">
              <a:lnSpc>
                <a:spcPct val="100000"/>
              </a:lnSpc>
              <a:spcBef>
                <a:spcPts val="1080"/>
              </a:spcBef>
              <a:spcAft>
                <a:spcPts val="0"/>
              </a:spcAft>
              <a:buSzPts val="2760"/>
              <a:buNone/>
            </a:pPr>
            <a:r>
              <a:rPr lang="en-US"/>
              <a:t>II.3. MÔ HÌNH DỮ LIỆU Ở MỨC VẬT LÝ</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11" name="Shape 211"/>
        <p:cNvGrpSpPr/>
        <p:nvPr/>
      </p:nvGrpSpPr>
      <p:grpSpPr>
        <a:xfrm>
          <a:off x="0" y="0"/>
          <a:ext cx="0" cy="0"/>
          <a:chOff x="0" y="0"/>
          <a:chExt cx="0" cy="0"/>
        </a:xfrm>
      </p:grpSpPr>
      <p:sp>
        <p:nvSpPr>
          <p:cNvPr id="212" name="Google Shape;212;p10"/>
          <p:cNvSpPr txBox="1"/>
          <p:nvPr/>
        </p:nvSpPr>
        <p:spPr>
          <a:xfrm>
            <a:off x="2576228" y="3456545"/>
            <a:ext cx="52219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(1,1)</a:t>
            </a:r>
            <a:endParaRPr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13" name="Google Shape;213;p10"/>
          <p:cNvSpPr txBox="1"/>
          <p:nvPr>
            <p:ph type="title"/>
          </p:nvPr>
        </p:nvSpPr>
        <p:spPr>
          <a:xfrm>
            <a:off x="1281955" y="686298"/>
            <a:ext cx="9601196" cy="73909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262626"/>
              </a:buClr>
              <a:buSzPts val="3600"/>
              <a:buFont typeface="Times New Roman" panose="02020603050405020304" charset="0"/>
              <a:buNone/>
            </a:pPr>
            <a:r>
              <a:rPr lang="en-US" sz="3600">
                <a:latin typeface="Times New Roman" panose="02020603050405020304" charset="0"/>
                <a:cs typeface="Times New Roman" panose="02020603050405020304" charset="0"/>
              </a:rPr>
              <a:t>II.1. MÔ HÌNH DỮ LIỆU Ở MỨC QUAN NIỆM</a:t>
            </a:r>
            <a:endParaRPr lang="en-US" sz="3600">
              <a:latin typeface="Times New Roman" panose="02020603050405020304" charset="0"/>
              <a:cs typeface="Times New Roman" panose="02020603050405020304" charset="0"/>
            </a:endParaRPr>
          </a:p>
        </p:txBody>
      </p:sp>
      <p:sp>
        <p:nvSpPr>
          <p:cNvPr id="214" name="Google Shape;214;p10"/>
          <p:cNvSpPr txBox="1"/>
          <p:nvPr/>
        </p:nvSpPr>
        <p:spPr>
          <a:xfrm>
            <a:off x="5715000" y="2151529"/>
            <a:ext cx="1304365" cy="205994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SanPham</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_________</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sng"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MaSP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TenSP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MoTaTT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ThongTinCT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DonGia</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AnhMH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5" name="Google Shape;215;p10"/>
          <p:cNvSpPr txBox="1"/>
          <p:nvPr/>
        </p:nvSpPr>
        <p:spPr>
          <a:xfrm>
            <a:off x="9350187" y="2111188"/>
            <a:ext cx="1304365" cy="135191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DonViTinh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_________</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sng"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MaDVT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TenDVT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6" name="Google Shape;216;p10"/>
          <p:cNvSpPr txBox="1"/>
          <p:nvPr/>
        </p:nvSpPr>
        <p:spPr>
          <a:xfrm>
            <a:off x="2389093" y="2111188"/>
            <a:ext cx="1304365" cy="113601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LoaiSP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_________</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sng"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MaLSP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TenLSP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7" name="Google Shape;217;p10"/>
          <p:cNvSpPr txBox="1"/>
          <p:nvPr/>
        </p:nvSpPr>
        <p:spPr>
          <a:xfrm>
            <a:off x="2389092" y="4912658"/>
            <a:ext cx="1304365" cy="113601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NhomSP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_________</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sng"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MaNSP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TenNSP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8" name="Google Shape;218;p10"/>
          <p:cNvSpPr/>
          <p:nvPr/>
        </p:nvSpPr>
        <p:spPr>
          <a:xfrm>
            <a:off x="4220135" y="2696190"/>
            <a:ext cx="856131" cy="609501"/>
          </a:xfrm>
          <a:prstGeom prst="ellipse">
            <a:avLst/>
          </a:prstGeom>
          <a:solidFill>
            <a:schemeClr val="accent1"/>
          </a:solidFill>
          <a:ln w="15875" cap="flat" cmpd="sng">
            <a:solidFill>
              <a:srgbClr val="5F6F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SP thuộc</a:t>
            </a:r>
            <a:br>
              <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br>
            <a:r>
              <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LSP</a:t>
            </a:r>
            <a:endPar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cxnSp>
        <p:nvCxnSpPr>
          <p:cNvPr id="219" name="Google Shape;219;p10"/>
          <p:cNvCxnSpPr>
            <a:stCxn id="218" idx="6"/>
            <a:endCxn id="214" idx="1"/>
          </p:cNvCxnSpPr>
          <p:nvPr/>
        </p:nvCxnSpPr>
        <p:spPr>
          <a:xfrm>
            <a:off x="5076266" y="3000941"/>
            <a:ext cx="638810" cy="180340"/>
          </a:xfrm>
          <a:prstGeom prst="straightConnector1">
            <a:avLst/>
          </a:prstGeom>
          <a:noFill/>
          <a:ln w="9525" cap="flat" cmpd="sng">
            <a:solidFill>
              <a:schemeClr val="accent1"/>
            </a:solidFill>
            <a:prstDash val="solid"/>
            <a:round/>
            <a:headEnd type="none" w="sm" len="sm"/>
            <a:tailEnd type="none" w="sm" len="sm"/>
          </a:ln>
        </p:spPr>
      </p:cxnSp>
      <p:cxnSp>
        <p:nvCxnSpPr>
          <p:cNvPr id="220" name="Google Shape;220;p10"/>
          <p:cNvCxnSpPr>
            <a:stCxn id="218" idx="2"/>
            <a:endCxn id="216" idx="3"/>
          </p:cNvCxnSpPr>
          <p:nvPr/>
        </p:nvCxnSpPr>
        <p:spPr>
          <a:xfrm flipH="1" flipV="1">
            <a:off x="3693085" y="2679631"/>
            <a:ext cx="527050" cy="321310"/>
          </a:xfrm>
          <a:prstGeom prst="straightConnector1">
            <a:avLst/>
          </a:prstGeom>
          <a:noFill/>
          <a:ln w="9525" cap="flat" cmpd="sng">
            <a:solidFill>
              <a:schemeClr val="accent1"/>
            </a:solidFill>
            <a:prstDash val="solid"/>
            <a:round/>
            <a:headEnd type="none" w="sm" len="sm"/>
            <a:tailEnd type="none" w="sm" len="sm"/>
          </a:ln>
        </p:spPr>
      </p:cxnSp>
      <p:sp>
        <p:nvSpPr>
          <p:cNvPr id="221" name="Google Shape;221;p10"/>
          <p:cNvSpPr/>
          <p:nvPr/>
        </p:nvSpPr>
        <p:spPr>
          <a:xfrm>
            <a:off x="2608729" y="3829699"/>
            <a:ext cx="874059" cy="564777"/>
          </a:xfrm>
          <a:prstGeom prst="ellipse">
            <a:avLst/>
          </a:prstGeom>
          <a:solidFill>
            <a:schemeClr val="accent1"/>
          </a:solidFill>
          <a:ln w="15875" cap="flat" cmpd="sng">
            <a:solidFill>
              <a:srgbClr val="5F6F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LSP</a:t>
            </a:r>
            <a:endPar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thuộc </a:t>
            </a:r>
            <a:endPar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NSP</a:t>
            </a:r>
            <a:endPar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cxnSp>
        <p:nvCxnSpPr>
          <p:cNvPr id="222" name="Google Shape;222;p10"/>
          <p:cNvCxnSpPr>
            <a:stCxn id="216" idx="2"/>
            <a:endCxn id="221" idx="0"/>
          </p:cNvCxnSpPr>
          <p:nvPr/>
        </p:nvCxnSpPr>
        <p:spPr>
          <a:xfrm>
            <a:off x="3041276" y="3247382"/>
            <a:ext cx="4445" cy="582295"/>
          </a:xfrm>
          <a:prstGeom prst="straightConnector1">
            <a:avLst/>
          </a:prstGeom>
          <a:noFill/>
          <a:ln w="9525" cap="flat" cmpd="sng">
            <a:solidFill>
              <a:schemeClr val="accent1"/>
            </a:solidFill>
            <a:prstDash val="solid"/>
            <a:round/>
            <a:headEnd type="none" w="sm" len="sm"/>
            <a:tailEnd type="none" w="sm" len="sm"/>
          </a:ln>
        </p:spPr>
      </p:cxnSp>
      <p:cxnSp>
        <p:nvCxnSpPr>
          <p:cNvPr id="223" name="Google Shape;223;p10"/>
          <p:cNvCxnSpPr>
            <a:stCxn id="221" idx="4"/>
            <a:endCxn id="217" idx="0"/>
          </p:cNvCxnSpPr>
          <p:nvPr/>
        </p:nvCxnSpPr>
        <p:spPr>
          <a:xfrm flipH="1">
            <a:off x="3041314" y="4394476"/>
            <a:ext cx="4445" cy="518160"/>
          </a:xfrm>
          <a:prstGeom prst="straightConnector1">
            <a:avLst/>
          </a:prstGeom>
          <a:noFill/>
          <a:ln w="9525" cap="flat" cmpd="sng">
            <a:solidFill>
              <a:schemeClr val="accent1"/>
            </a:solidFill>
            <a:prstDash val="solid"/>
            <a:round/>
            <a:headEnd type="none" w="sm" len="sm"/>
            <a:tailEnd type="none" w="sm" len="sm"/>
          </a:ln>
        </p:spPr>
      </p:cxnSp>
      <p:sp>
        <p:nvSpPr>
          <p:cNvPr id="224" name="Google Shape;224;p10"/>
          <p:cNvSpPr/>
          <p:nvPr/>
        </p:nvSpPr>
        <p:spPr>
          <a:xfrm>
            <a:off x="7855323" y="2696190"/>
            <a:ext cx="658906" cy="564777"/>
          </a:xfrm>
          <a:prstGeom prst="ellipse">
            <a:avLst/>
          </a:prstGeom>
          <a:solidFill>
            <a:schemeClr val="accent1"/>
          </a:solidFill>
          <a:ln w="15875" cap="flat" cmpd="sng">
            <a:solidFill>
              <a:srgbClr val="5F6F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TGTT</a:t>
            </a:r>
            <a:endParaRPr sz="1200" b="0" i="0" u="none" strike="noStrike" cap="none">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cxnSp>
        <p:nvCxnSpPr>
          <p:cNvPr id="225" name="Google Shape;225;p10"/>
          <p:cNvCxnSpPr>
            <a:stCxn id="214" idx="3"/>
            <a:endCxn id="224" idx="2"/>
          </p:cNvCxnSpPr>
          <p:nvPr/>
        </p:nvCxnSpPr>
        <p:spPr>
          <a:xfrm flipV="1">
            <a:off x="7019365" y="2978666"/>
            <a:ext cx="836295" cy="202565"/>
          </a:xfrm>
          <a:prstGeom prst="straightConnector1">
            <a:avLst/>
          </a:prstGeom>
          <a:noFill/>
          <a:ln w="9525" cap="flat" cmpd="sng">
            <a:solidFill>
              <a:schemeClr val="accent1"/>
            </a:solidFill>
            <a:prstDash val="solid"/>
            <a:round/>
            <a:headEnd type="none" w="sm" len="sm"/>
            <a:tailEnd type="none" w="sm" len="sm"/>
          </a:ln>
        </p:spPr>
      </p:cxnSp>
      <p:cxnSp>
        <p:nvCxnSpPr>
          <p:cNvPr id="226" name="Google Shape;226;p10"/>
          <p:cNvCxnSpPr>
            <a:stCxn id="224" idx="6"/>
            <a:endCxn id="215" idx="1"/>
          </p:cNvCxnSpPr>
          <p:nvPr/>
        </p:nvCxnSpPr>
        <p:spPr>
          <a:xfrm flipV="1">
            <a:off x="8514864" y="2787444"/>
            <a:ext cx="835660" cy="191135"/>
          </a:xfrm>
          <a:prstGeom prst="straightConnector1">
            <a:avLst/>
          </a:prstGeom>
          <a:noFill/>
          <a:ln w="9525" cap="flat" cmpd="sng">
            <a:solidFill>
              <a:schemeClr val="accent1"/>
            </a:solidFill>
            <a:prstDash val="solid"/>
            <a:round/>
            <a:headEnd type="none" w="sm" len="sm"/>
            <a:tailEnd type="none" w="sm" len="sm"/>
          </a:ln>
        </p:spPr>
      </p:cxnSp>
      <p:sp>
        <p:nvSpPr>
          <p:cNvPr id="227" name="Google Shape;227;p10"/>
          <p:cNvSpPr txBox="1"/>
          <p:nvPr/>
        </p:nvSpPr>
        <p:spPr>
          <a:xfrm>
            <a:off x="2576228" y="4459853"/>
            <a:ext cx="52219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(1,n)</a:t>
            </a:r>
            <a:endParaRPr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28" name="Google Shape;228;p10"/>
          <p:cNvSpPr txBox="1"/>
          <p:nvPr/>
        </p:nvSpPr>
        <p:spPr>
          <a:xfrm>
            <a:off x="7244601" y="2824689"/>
            <a:ext cx="52219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(1,1)</a:t>
            </a:r>
            <a:endParaRPr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29" name="Google Shape;229;p10"/>
          <p:cNvSpPr txBox="1"/>
          <p:nvPr/>
        </p:nvSpPr>
        <p:spPr>
          <a:xfrm>
            <a:off x="8713691" y="2723013"/>
            <a:ext cx="52219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(1,n)</a:t>
            </a:r>
            <a:endParaRPr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30" name="Google Shape;230;p10"/>
          <p:cNvSpPr txBox="1"/>
          <p:nvPr/>
        </p:nvSpPr>
        <p:spPr>
          <a:xfrm>
            <a:off x="5188322" y="2799477"/>
            <a:ext cx="52219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(1,1)</a:t>
            </a:r>
            <a:endParaRPr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31" name="Google Shape;231;p10"/>
          <p:cNvSpPr txBox="1"/>
          <p:nvPr/>
        </p:nvSpPr>
        <p:spPr>
          <a:xfrm>
            <a:off x="3805514" y="2548370"/>
            <a:ext cx="52219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(1,n)</a:t>
            </a:r>
            <a:endParaRPr sz="14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35" name="Shape 235"/>
        <p:cNvGrpSpPr/>
        <p:nvPr/>
      </p:nvGrpSpPr>
      <p:grpSpPr>
        <a:xfrm>
          <a:off x="0" y="0"/>
          <a:ext cx="0" cy="0"/>
          <a:chOff x="0" y="0"/>
          <a:chExt cx="0" cy="0"/>
        </a:xfrm>
      </p:grpSpPr>
      <p:sp>
        <p:nvSpPr>
          <p:cNvPr id="236" name="Google Shape;236;p11"/>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latin typeface="Times New Roman" panose="02020603050405020304" charset="0"/>
                <a:cs typeface="Times New Roman" panose="02020603050405020304" charset="0"/>
              </a:rPr>
              <a:t>II.2. MÔ HÌNH DỮ LIỆU Ở MỨC LUẬN LÝ</a:t>
            </a:r>
            <a:endParaRPr lang="en-US" sz="3600">
              <a:latin typeface="Times New Roman" panose="02020603050405020304" charset="0"/>
              <a:cs typeface="Times New Roman" panose="02020603050405020304" charset="0"/>
            </a:endParaRPr>
          </a:p>
        </p:txBody>
      </p:sp>
      <p:sp>
        <p:nvSpPr>
          <p:cNvPr id="237" name="Google Shape;237;p11"/>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760"/>
              <a:buNone/>
            </a:pPr>
            <a:r>
              <a:rPr lang="en-US">
                <a:latin typeface="Times New Roman" panose="02020603050405020304" charset="0"/>
                <a:cs typeface="Times New Roman" panose="02020603050405020304" charset="0"/>
              </a:rPr>
              <a:t>LƯỢC ĐỒ CƠ SỞ DỮ LIỆU</a:t>
            </a:r>
            <a:endParaRPr lang="en-US">
              <a:latin typeface="Times New Roman" panose="02020603050405020304" charset="0"/>
              <a:cs typeface="Times New Roman" panose="02020603050405020304" charset="0"/>
            </a:endParaRPr>
          </a:p>
          <a:p>
            <a:pPr marL="0" lvl="0" indent="0" algn="l" rtl="0">
              <a:lnSpc>
                <a:spcPct val="100000"/>
              </a:lnSpc>
              <a:spcBef>
                <a:spcPts val="1080"/>
              </a:spcBef>
              <a:spcAft>
                <a:spcPts val="0"/>
              </a:spcAft>
              <a:buSzPts val="2760"/>
              <a:buNone/>
            </a:pPr>
            <a:r>
              <a:rPr lang="en-US">
                <a:latin typeface="Times New Roman" panose="02020603050405020304" charset="0"/>
                <a:cs typeface="Times New Roman" panose="02020603050405020304" charset="0"/>
              </a:rPr>
              <a:t>1. SanPham(</a:t>
            </a:r>
            <a:r>
              <a:rPr lang="en-US" u="sng">
                <a:latin typeface="Times New Roman" panose="02020603050405020304" charset="0"/>
                <a:cs typeface="Times New Roman" panose="02020603050405020304" charset="0"/>
              </a:rPr>
              <a:t>MaSP</a:t>
            </a:r>
            <a:r>
              <a:rPr lang="en-US">
                <a:latin typeface="Times New Roman" panose="02020603050405020304" charset="0"/>
                <a:cs typeface="Times New Roman" panose="02020603050405020304" charset="0"/>
              </a:rPr>
              <a:t>, TenSP, MoTaTT, ThongTinCT, DonGia, AnhMH,MaLSP,MaDVT)</a:t>
            </a:r>
            <a:endParaRPr lang="en-US">
              <a:latin typeface="Times New Roman" panose="02020603050405020304" charset="0"/>
              <a:cs typeface="Times New Roman" panose="02020603050405020304" charset="0"/>
            </a:endParaRPr>
          </a:p>
          <a:p>
            <a:pPr marL="0" lvl="0" indent="0" algn="l" rtl="0">
              <a:lnSpc>
                <a:spcPct val="100000"/>
              </a:lnSpc>
              <a:spcBef>
                <a:spcPts val="1080"/>
              </a:spcBef>
              <a:spcAft>
                <a:spcPts val="0"/>
              </a:spcAft>
              <a:buSzPts val="2760"/>
              <a:buNone/>
            </a:pPr>
            <a:r>
              <a:rPr lang="en-US">
                <a:latin typeface="Times New Roman" panose="02020603050405020304" charset="0"/>
                <a:cs typeface="Times New Roman" panose="02020603050405020304" charset="0"/>
              </a:rPr>
              <a:t>2. NhomSP(</a:t>
            </a:r>
            <a:r>
              <a:rPr lang="en-US" u="sng">
                <a:latin typeface="Times New Roman" panose="02020603050405020304" charset="0"/>
                <a:cs typeface="Times New Roman" panose="02020603050405020304" charset="0"/>
              </a:rPr>
              <a:t>MaNSP</a:t>
            </a:r>
            <a:r>
              <a:rPr lang="en-US">
                <a:latin typeface="Times New Roman" panose="02020603050405020304" charset="0"/>
                <a:cs typeface="Times New Roman" panose="02020603050405020304" charset="0"/>
              </a:rPr>
              <a:t>, TenNSP)</a:t>
            </a:r>
            <a:endParaRPr lang="en-US">
              <a:latin typeface="Times New Roman" panose="02020603050405020304" charset="0"/>
              <a:cs typeface="Times New Roman" panose="02020603050405020304" charset="0"/>
            </a:endParaRPr>
          </a:p>
          <a:p>
            <a:pPr marL="0" lvl="0" indent="0" algn="l" rtl="0">
              <a:lnSpc>
                <a:spcPct val="100000"/>
              </a:lnSpc>
              <a:spcBef>
                <a:spcPts val="1080"/>
              </a:spcBef>
              <a:spcAft>
                <a:spcPts val="0"/>
              </a:spcAft>
              <a:buSzPts val="2760"/>
              <a:buNone/>
            </a:pPr>
            <a:r>
              <a:rPr lang="en-US">
                <a:latin typeface="Times New Roman" panose="02020603050405020304" charset="0"/>
                <a:cs typeface="Times New Roman" panose="02020603050405020304" charset="0"/>
              </a:rPr>
              <a:t>3. LoaiSP(</a:t>
            </a:r>
            <a:r>
              <a:rPr lang="en-US" u="sng">
                <a:latin typeface="Times New Roman" panose="02020603050405020304" charset="0"/>
                <a:cs typeface="Times New Roman" panose="02020603050405020304" charset="0"/>
              </a:rPr>
              <a:t>MaLSP</a:t>
            </a:r>
            <a:r>
              <a:rPr lang="en-US">
                <a:latin typeface="Times New Roman" panose="02020603050405020304" charset="0"/>
                <a:cs typeface="Times New Roman" panose="02020603050405020304" charset="0"/>
              </a:rPr>
              <a:t>, TenLSP, </a:t>
            </a:r>
            <a:r>
              <a:rPr lang="en-US" u="sng">
                <a:latin typeface="Times New Roman" panose="02020603050405020304" charset="0"/>
                <a:cs typeface="Times New Roman" panose="02020603050405020304" charset="0"/>
              </a:rPr>
              <a:t>MaNSP</a:t>
            </a:r>
            <a:r>
              <a:rPr lang="en-US">
                <a:latin typeface="Times New Roman" panose="02020603050405020304" charset="0"/>
                <a:cs typeface="Times New Roman" panose="02020603050405020304" charset="0"/>
              </a:rPr>
              <a:t>)</a:t>
            </a:r>
            <a:endParaRPr lang="en-US">
              <a:latin typeface="Times New Roman" panose="02020603050405020304" charset="0"/>
              <a:cs typeface="Times New Roman" panose="02020603050405020304" charset="0"/>
            </a:endParaRPr>
          </a:p>
          <a:p>
            <a:pPr marL="0" lvl="0" indent="0" algn="l" rtl="0">
              <a:lnSpc>
                <a:spcPct val="100000"/>
              </a:lnSpc>
              <a:spcBef>
                <a:spcPts val="1080"/>
              </a:spcBef>
              <a:spcAft>
                <a:spcPts val="0"/>
              </a:spcAft>
              <a:buSzPts val="2760"/>
              <a:buNone/>
            </a:pPr>
            <a:r>
              <a:rPr lang="en-US">
                <a:latin typeface="Times New Roman" panose="02020603050405020304" charset="0"/>
                <a:cs typeface="Times New Roman" panose="02020603050405020304" charset="0"/>
              </a:rPr>
              <a:t>4. DonViTinh(</a:t>
            </a:r>
            <a:r>
              <a:rPr lang="en-US" u="sng">
                <a:latin typeface="Times New Roman" panose="02020603050405020304" charset="0"/>
                <a:cs typeface="Times New Roman" panose="02020603050405020304" charset="0"/>
              </a:rPr>
              <a:t>MaDVT</a:t>
            </a:r>
            <a:r>
              <a:rPr lang="en-US">
                <a:latin typeface="Times New Roman" panose="02020603050405020304" charset="0"/>
                <a:cs typeface="Times New Roman" panose="02020603050405020304" charset="0"/>
              </a:rPr>
              <a:t>, TenDVT)</a:t>
            </a:r>
            <a:endParaRPr lang="en-US"/>
          </a:p>
          <a:p>
            <a:pPr marL="0" lvl="0" indent="0" algn="l" rtl="0">
              <a:lnSpc>
                <a:spcPct val="100000"/>
              </a:lnSpc>
              <a:spcBef>
                <a:spcPts val="1080"/>
              </a:spcBef>
              <a:spcAft>
                <a:spcPts val="0"/>
              </a:spcAft>
              <a:buSzPts val="2760"/>
              <a:buNone/>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41" name="Shape 241"/>
        <p:cNvGrpSpPr/>
        <p:nvPr/>
      </p:nvGrpSpPr>
      <p:grpSpPr>
        <a:xfrm>
          <a:off x="0" y="0"/>
          <a:ext cx="0" cy="0"/>
          <a:chOff x="0" y="0"/>
          <a:chExt cx="0" cy="0"/>
        </a:xfrm>
      </p:grpSpPr>
      <p:sp>
        <p:nvSpPr>
          <p:cNvPr id="242" name="Google Shape;242;p12"/>
          <p:cNvSpPr txBox="1"/>
          <p:nvPr>
            <p:ph type="title"/>
          </p:nvPr>
        </p:nvSpPr>
        <p:spPr>
          <a:xfrm>
            <a:off x="73626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t>II.3. MÔ HÌNH DỮ LIỆU Ở MỨC VẬT LÝ (SQL Server)</a:t>
            </a:r>
            <a:endParaRPr sz="3600"/>
          </a:p>
        </p:txBody>
      </p:sp>
      <p:graphicFrame>
        <p:nvGraphicFramePr>
          <p:cNvPr id="243" name="Google Shape;243;p12"/>
          <p:cNvGraphicFramePr/>
          <p:nvPr/>
        </p:nvGraphicFramePr>
        <p:xfrm>
          <a:off x="735965" y="2239645"/>
          <a:ext cx="10634345" cy="1143000"/>
        </p:xfrm>
        <a:graphic>
          <a:graphicData uri="http://schemas.openxmlformats.org/drawingml/2006/table">
            <a:tbl>
              <a:tblPr firstRow="1" bandRow="1">
                <a:noFill/>
                <a:tableStyleId>{2D5204B3-6243-42E8-8DC7-DA176E6F050A}</a:tableStyleId>
              </a:tblPr>
              <a:tblGrid>
                <a:gridCol w="3728085"/>
                <a:gridCol w="3453130"/>
                <a:gridCol w="3453130"/>
              </a:tblGrid>
              <a:tr h="38100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Column name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Data type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Allow nulls</a:t>
                      </a:r>
                      <a:endParaRPr sz="1800" u="none" strike="noStrike" cap="none"/>
                    </a:p>
                  </a:txBody>
                  <a:tcPr marL="91450" marR="91450" marT="45725" marB="45725"/>
                </a:tc>
              </a:tr>
              <a:tr h="38100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MaDVT (K)</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tinyint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8100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TenDVT</a:t>
                      </a:r>
                      <a:endParaRPr lang="en-US"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nvarchar(30)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bl>
          </a:graphicData>
        </a:graphic>
      </p:graphicFrame>
      <p:sp>
        <p:nvSpPr>
          <p:cNvPr id="244" name="Google Shape;244;p12"/>
          <p:cNvSpPr txBox="1"/>
          <p:nvPr/>
        </p:nvSpPr>
        <p:spPr>
          <a:xfrm>
            <a:off x="874643" y="1484243"/>
            <a:ext cx="10495722" cy="600051"/>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accent1"/>
              </a:buClr>
              <a:buSzPts val="2760"/>
              <a:buFont typeface="Arial" panose="020B0604020202020204"/>
              <a:buNone/>
            </a:pPr>
            <a:r>
              <a:rPr lang="en-US" sz="2400">
                <a:latin typeface="Times New Roman" panose="02020603050405020304" charset="0"/>
                <a:cs typeface="Times New Roman" panose="02020603050405020304" charset="0"/>
                <a:sym typeface="+mn-ea"/>
              </a:rPr>
              <a:t>1. DonViTinh(</a:t>
            </a:r>
            <a:r>
              <a:rPr lang="en-US" sz="2400" u="sng">
                <a:latin typeface="Times New Roman" panose="02020603050405020304" charset="0"/>
                <a:cs typeface="Times New Roman" panose="02020603050405020304" charset="0"/>
                <a:sym typeface="+mn-ea"/>
              </a:rPr>
              <a:t>MaDVT</a:t>
            </a:r>
            <a:r>
              <a:rPr lang="en-US" sz="2400">
                <a:latin typeface="Times New Roman" panose="02020603050405020304" charset="0"/>
                <a:cs typeface="Times New Roman" panose="02020603050405020304" charset="0"/>
                <a:sym typeface="+mn-ea"/>
              </a:rPr>
              <a:t>, TenDVT)</a:t>
            </a:r>
            <a:endParaRPr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80"/>
              </a:spcBef>
              <a:spcAft>
                <a:spcPts val="0"/>
              </a:spcAft>
              <a:buClr>
                <a:schemeClr val="accent1"/>
              </a:buClr>
              <a:buSzPts val="2760"/>
              <a:buFont typeface="Arial" panose="020B0604020202020204"/>
              <a:buNone/>
            </a:pP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45" name="Google Shape;245;p12"/>
          <p:cNvSpPr txBox="1"/>
          <p:nvPr/>
        </p:nvSpPr>
        <p:spPr>
          <a:xfrm>
            <a:off x="874643" y="4285713"/>
            <a:ext cx="10495722" cy="1805805"/>
          </a:xfrm>
          <a:prstGeom prst="rect">
            <a:avLst/>
          </a:prstGeom>
          <a:noFill/>
          <a:ln>
            <a:noFill/>
          </a:ln>
        </p:spPr>
        <p:txBody>
          <a:bodyPr spcFirstLastPara="1" wrap="square" lIns="91425" tIns="45700" rIns="91425" bIns="45700" anchor="t" anchorCtr="0">
            <a:normAutofit fontScale="87500"/>
          </a:bodyPr>
          <a:lstStyle/>
          <a:p>
            <a:pPr marL="0" marR="0" lvl="0" indent="0" algn="l" rtl="0">
              <a:lnSpc>
                <a:spcPct val="100000"/>
              </a:lnSpc>
              <a:spcBef>
                <a:spcPts val="0"/>
              </a:spcBef>
              <a:spcAft>
                <a:spcPts val="0"/>
              </a:spcAft>
              <a:buClr>
                <a:schemeClr val="accent1"/>
              </a:buClr>
              <a:buSzPct val="115000"/>
              <a:buFont typeface="Arial" panose="020B0604020202020204"/>
              <a:buNone/>
            </a:pPr>
            <a:r>
              <a:rPr lang="en-US" sz="2400" b="1" i="0" u="sng"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Giải thích:</a:t>
            </a:r>
            <a:endParaRPr sz="1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970"/>
              </a:spcBef>
              <a:spcAft>
                <a:spcPts val="0"/>
              </a:spcAft>
              <a:buClr>
                <a:schemeClr val="accent1"/>
              </a:buClr>
              <a:buSzPct val="11500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MaDVT (K): Mã đơn vị tính là khóa, được đánh số 1,2,…</a:t>
            </a:r>
            <a:endParaRPr sz="1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970"/>
              </a:spcBef>
              <a:spcAft>
                <a:spcPts val="0"/>
              </a:spcAft>
              <a:buClr>
                <a:schemeClr val="accent1"/>
              </a:buClr>
              <a:buSzPct val="11500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TenDVT: tên đơn vị tính, là 1 chuỗi dài tối đa 30 ký tự, vd: Chai Bia</a:t>
            </a:r>
            <a:endParaRPr sz="1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970"/>
              </a:spcBef>
              <a:spcAft>
                <a:spcPts val="0"/>
              </a:spcAft>
              <a:buClr>
                <a:schemeClr val="accent1"/>
              </a:buClr>
              <a:buSzPct val="11500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 </a:t>
            </a: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49" name="Shape 249"/>
        <p:cNvGrpSpPr/>
        <p:nvPr/>
      </p:nvGrpSpPr>
      <p:grpSpPr>
        <a:xfrm>
          <a:off x="0" y="0"/>
          <a:ext cx="0" cy="0"/>
          <a:chOff x="0" y="0"/>
          <a:chExt cx="0" cy="0"/>
        </a:xfrm>
      </p:grpSpPr>
      <p:sp>
        <p:nvSpPr>
          <p:cNvPr id="250" name="Google Shape;250;p13"/>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t>II.3. MÔ HÌNH DỮ LIỆU Ở MỨC VẬT LÝ (tt)</a:t>
            </a:r>
            <a:endParaRPr sz="3600"/>
          </a:p>
        </p:txBody>
      </p:sp>
      <p:sp>
        <p:nvSpPr>
          <p:cNvPr id="251" name="Google Shape;251;p13"/>
          <p:cNvSpPr txBox="1"/>
          <p:nvPr/>
        </p:nvSpPr>
        <p:spPr>
          <a:xfrm>
            <a:off x="839470" y="1483995"/>
            <a:ext cx="10495915" cy="74358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1"/>
              </a:buClr>
              <a:buSzPts val="2760"/>
              <a:buFont typeface="Arial" panose="020B0604020202020204"/>
              <a:buNone/>
            </a:pPr>
            <a:r>
              <a:rPr lang="en-US" sz="2400">
                <a:latin typeface="Times New Roman" panose="02020603050405020304" charset="0"/>
                <a:cs typeface="Times New Roman" panose="02020603050405020304" charset="0"/>
                <a:sym typeface="+mn-ea"/>
              </a:rPr>
              <a:t>1. DonViTinh(</a:t>
            </a:r>
            <a:r>
              <a:rPr lang="en-US" sz="2400" u="sng">
                <a:latin typeface="Times New Roman" panose="02020603050405020304" charset="0"/>
                <a:cs typeface="Times New Roman" panose="02020603050405020304" charset="0"/>
                <a:sym typeface="+mn-ea"/>
              </a:rPr>
              <a:t>MaDVT</a:t>
            </a:r>
            <a:r>
              <a:rPr lang="en-US" sz="2400">
                <a:latin typeface="Times New Roman" panose="02020603050405020304" charset="0"/>
                <a:cs typeface="Times New Roman" panose="02020603050405020304" charset="0"/>
                <a:sym typeface="+mn-ea"/>
              </a:rPr>
              <a:t>, TenDVT)</a:t>
            </a:r>
            <a:endParaRPr lang="en-US" sz="2400">
              <a:latin typeface="Times New Roman" panose="02020603050405020304" charset="0"/>
              <a:cs typeface="Times New Roman" panose="02020603050405020304" charset="0"/>
              <a:sym typeface="+mn-ea"/>
            </a:endParaRPr>
          </a:p>
          <a:p>
            <a:pPr marL="0" marR="0" lvl="0" indent="0" algn="l" rtl="0">
              <a:lnSpc>
                <a:spcPct val="100000"/>
              </a:lnSpc>
              <a:spcBef>
                <a:spcPts val="0"/>
              </a:spcBef>
              <a:spcAft>
                <a:spcPts val="0"/>
              </a:spcAft>
              <a:buClr>
                <a:schemeClr val="accent1"/>
              </a:buClr>
              <a:buSzPts val="2760"/>
              <a:buFont typeface="Arial" panose="020B0604020202020204"/>
              <a:buNone/>
            </a:pPr>
            <a:endParaRPr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accent1"/>
              </a:buClr>
              <a:buSzPts val="2760"/>
              <a:buFont typeface="Arial" panose="020B0604020202020204"/>
              <a:buNone/>
            </a:pPr>
            <a:r>
              <a:rPr lang="en-US" sz="24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Dữ liệu mẫu</a:t>
            </a:r>
            <a:endParaRPr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45"/>
              </a:spcBef>
              <a:spcAft>
                <a:spcPts val="0"/>
              </a:spcAft>
              <a:buClr>
                <a:schemeClr val="accent1"/>
              </a:buClr>
              <a:buSzPts val="2760"/>
              <a:buFont typeface="Arial" panose="020B0604020202020204"/>
              <a:buNone/>
            </a:pPr>
            <a:endParaRPr sz="19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45"/>
              </a:spcBef>
              <a:spcAft>
                <a:spcPts val="0"/>
              </a:spcAft>
              <a:buClr>
                <a:schemeClr val="accent1"/>
              </a:buClr>
              <a:buSzPts val="2760"/>
              <a:buFont typeface="Arial" panose="020B0604020202020204"/>
              <a:buNone/>
            </a:pPr>
            <a:endParaRPr sz="13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graphicFrame>
        <p:nvGraphicFramePr>
          <p:cNvPr id="252" name="Google Shape;252;p13"/>
          <p:cNvGraphicFramePr/>
          <p:nvPr/>
        </p:nvGraphicFramePr>
        <p:xfrm>
          <a:off x="1127161" y="2996900"/>
          <a:ext cx="2592070" cy="1854250"/>
        </p:xfrm>
        <a:graphic>
          <a:graphicData uri="http://schemas.openxmlformats.org/drawingml/2006/table">
            <a:tbl>
              <a:tblPr firstRow="1" bandRow="1">
                <a:noFill/>
                <a:tableStyleId>{2D5204B3-6243-42E8-8DC7-DA176E6F050A}</a:tableStyleId>
              </a:tblPr>
              <a:tblGrid>
                <a:gridCol w="1038225"/>
                <a:gridCol w="1553670"/>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MaDVT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TenDVT</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Chai Bia</a:t>
                      </a:r>
                      <a:endParaRPr lang="en-US"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Kg </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Trái</a:t>
                      </a:r>
                      <a:endParaRPr lang="en-US"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56" name="Shape 256"/>
        <p:cNvGrpSpPr/>
        <p:nvPr/>
      </p:nvGrpSpPr>
      <p:grpSpPr>
        <a:xfrm>
          <a:off x="0" y="0"/>
          <a:ext cx="0" cy="0"/>
          <a:chOff x="0" y="0"/>
          <a:chExt cx="0" cy="0"/>
        </a:xfrm>
      </p:grpSpPr>
      <p:sp>
        <p:nvSpPr>
          <p:cNvPr id="257" name="Google Shape;257;p14"/>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t>II.3. MÔ HÌNH DỮ LIỆU Ở MỨC VẬT LÝ (tt)</a:t>
            </a:r>
            <a:endParaRPr sz="3600"/>
          </a:p>
        </p:txBody>
      </p:sp>
      <p:graphicFrame>
        <p:nvGraphicFramePr>
          <p:cNvPr id="258" name="Google Shape;258;p14"/>
          <p:cNvGraphicFramePr/>
          <p:nvPr/>
        </p:nvGraphicFramePr>
        <p:xfrm>
          <a:off x="874713" y="2270125"/>
          <a:ext cx="10494975" cy="3000000"/>
        </p:xfrm>
        <a:graphic>
          <a:graphicData uri="http://schemas.openxmlformats.org/drawingml/2006/table">
            <a:tbl>
              <a:tblPr firstRow="1" bandRow="1">
                <a:noFill/>
                <a:tableStyleId>{2D5204B3-6243-42E8-8DC7-DA176E6F050A}</a:tableStyleId>
              </a:tblPr>
              <a:tblGrid>
                <a:gridCol w="3498325"/>
                <a:gridCol w="3498325"/>
                <a:gridCol w="3498325"/>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Column name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Data type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Allow nulls</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MaNSP (K)</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tinyInt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TenNSP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nvarchar(50)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bl>
          </a:graphicData>
        </a:graphic>
      </p:graphicFrame>
      <p:sp>
        <p:nvSpPr>
          <p:cNvPr id="259" name="Google Shape;259;p14"/>
          <p:cNvSpPr txBox="1"/>
          <p:nvPr/>
        </p:nvSpPr>
        <p:spPr>
          <a:xfrm>
            <a:off x="839718" y="1484243"/>
            <a:ext cx="10495722" cy="600051"/>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accent1"/>
              </a:buClr>
              <a:buSzPts val="2760"/>
              <a:buFont typeface="Arial" panose="020B0604020202020204"/>
              <a:buNone/>
            </a:pPr>
            <a:r>
              <a:rPr lang="en-US" sz="2400">
                <a:latin typeface="Times New Roman" panose="02020603050405020304" charset="0"/>
                <a:cs typeface="Times New Roman" panose="02020603050405020304" charset="0"/>
                <a:sym typeface="+mn-ea"/>
              </a:rPr>
              <a:t>2. NhomSP(</a:t>
            </a:r>
            <a:r>
              <a:rPr lang="en-US" sz="2400" u="sng">
                <a:latin typeface="Times New Roman" panose="02020603050405020304" charset="0"/>
                <a:cs typeface="Times New Roman" panose="02020603050405020304" charset="0"/>
                <a:sym typeface="+mn-ea"/>
              </a:rPr>
              <a:t>MaNSP</a:t>
            </a:r>
            <a:r>
              <a:rPr lang="en-US" sz="2400">
                <a:latin typeface="Times New Roman" panose="02020603050405020304" charset="0"/>
                <a:cs typeface="Times New Roman" panose="02020603050405020304" charset="0"/>
                <a:sym typeface="+mn-ea"/>
              </a:rPr>
              <a:t>, TenNSP)</a:t>
            </a: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0" name="Google Shape;260;p14"/>
          <p:cNvSpPr txBox="1"/>
          <p:nvPr/>
        </p:nvSpPr>
        <p:spPr>
          <a:xfrm>
            <a:off x="874643" y="3559575"/>
            <a:ext cx="10495722" cy="1805805"/>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00000"/>
              </a:lnSpc>
              <a:spcBef>
                <a:spcPts val="0"/>
              </a:spcBef>
              <a:spcAft>
                <a:spcPts val="0"/>
              </a:spcAft>
              <a:buClr>
                <a:schemeClr val="accent1"/>
              </a:buClr>
              <a:buSzPts val="2760"/>
              <a:buFont typeface="Arial" panose="020B0604020202020204"/>
              <a:buNone/>
            </a:pPr>
            <a:r>
              <a:rPr lang="en-US" sz="2400" b="1" i="0" u="sng"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Giải thích: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80"/>
              </a:spcBef>
              <a:spcAft>
                <a:spcPts val="0"/>
              </a:spcAft>
              <a:buClr>
                <a:schemeClr val="accent1"/>
              </a:buClr>
              <a:buSzPts val="276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MaNSP (K): Mã nhóm sản phẩm là khóa, được đánh số 1,2,…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80"/>
              </a:spcBef>
              <a:spcAft>
                <a:spcPts val="0"/>
              </a:spcAft>
              <a:buClr>
                <a:schemeClr val="accent1"/>
              </a:buClr>
              <a:buSzPts val="276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TenNSP: Tên Nhóm sản phẩm, là 1 chuỗi dài tối đa 50 ký tự, vd: Đồ dùng cá nhân, Thể thao… </a:t>
            </a: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64" name="Shape 264"/>
        <p:cNvGrpSpPr/>
        <p:nvPr/>
      </p:nvGrpSpPr>
      <p:grpSpPr>
        <a:xfrm>
          <a:off x="0" y="0"/>
          <a:ext cx="0" cy="0"/>
          <a:chOff x="0" y="0"/>
          <a:chExt cx="0" cy="0"/>
        </a:xfrm>
      </p:grpSpPr>
      <p:sp>
        <p:nvSpPr>
          <p:cNvPr id="265" name="Google Shape;265;p15"/>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t>II.3. MÔ HÌNH DỮ LIỆU Ở MỨC VẬT LÝ (tt)</a:t>
            </a:r>
            <a:endParaRPr sz="3600"/>
          </a:p>
        </p:txBody>
      </p:sp>
      <p:sp>
        <p:nvSpPr>
          <p:cNvPr id="266" name="Google Shape;266;p15"/>
          <p:cNvSpPr txBox="1"/>
          <p:nvPr/>
        </p:nvSpPr>
        <p:spPr>
          <a:xfrm>
            <a:off x="839718" y="1413123"/>
            <a:ext cx="10495722" cy="9496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45"/>
              </a:spcBef>
              <a:spcAft>
                <a:spcPts val="0"/>
              </a:spcAft>
              <a:buClr>
                <a:schemeClr val="accent1"/>
              </a:buClr>
              <a:buSzPts val="2760"/>
              <a:buFont typeface="Arial" panose="020B0604020202020204"/>
              <a:buNone/>
            </a:pPr>
            <a:r>
              <a:rPr lang="en-US" sz="2300">
                <a:latin typeface="Times New Roman" panose="02020603050405020304" charset="0"/>
                <a:cs typeface="Times New Roman" panose="02020603050405020304" charset="0"/>
                <a:sym typeface="+mn-ea"/>
              </a:rPr>
              <a:t>2. NhomSP(</a:t>
            </a:r>
            <a:r>
              <a:rPr lang="en-US" sz="2300" u="sng">
                <a:latin typeface="Times New Roman" panose="02020603050405020304" charset="0"/>
                <a:cs typeface="Times New Roman" panose="02020603050405020304" charset="0"/>
                <a:sym typeface="+mn-ea"/>
              </a:rPr>
              <a:t>MaNSP</a:t>
            </a:r>
            <a:r>
              <a:rPr lang="en-US" sz="2300">
                <a:latin typeface="Times New Roman" panose="02020603050405020304" charset="0"/>
                <a:cs typeface="Times New Roman" panose="02020603050405020304" charset="0"/>
                <a:sym typeface="+mn-ea"/>
              </a:rPr>
              <a:t>, TenNSP)</a:t>
            </a:r>
            <a:endParaRPr sz="23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45"/>
              </a:spcBef>
              <a:spcAft>
                <a:spcPts val="0"/>
              </a:spcAft>
              <a:buClr>
                <a:schemeClr val="accent1"/>
              </a:buClr>
              <a:buSzPts val="2760"/>
              <a:buFont typeface="Arial" panose="020B0604020202020204"/>
              <a:buNone/>
            </a:pPr>
            <a:endParaRPr lang="en-US" sz="23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l" rtl="0">
              <a:lnSpc>
                <a:spcPct val="100000"/>
              </a:lnSpc>
              <a:spcBef>
                <a:spcPts val="1045"/>
              </a:spcBef>
              <a:spcAft>
                <a:spcPts val="0"/>
              </a:spcAft>
              <a:buClr>
                <a:schemeClr val="accent1"/>
              </a:buClr>
              <a:buSzPts val="2760"/>
              <a:buFont typeface="Arial" panose="020B0604020202020204"/>
              <a:buNone/>
            </a:pPr>
            <a:r>
              <a:rPr lang="en-US" sz="23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Dữ liệu mẫu</a:t>
            </a:r>
            <a:endParaRPr sz="23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45"/>
              </a:spcBef>
              <a:spcAft>
                <a:spcPts val="0"/>
              </a:spcAft>
              <a:buClr>
                <a:schemeClr val="accent1"/>
              </a:buClr>
              <a:buSzPts val="2760"/>
              <a:buFont typeface="Arial" panose="020B0604020202020204"/>
              <a:buNone/>
            </a:pPr>
            <a:endParaRPr sz="11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graphicFrame>
        <p:nvGraphicFramePr>
          <p:cNvPr id="267" name="Google Shape;267;p15"/>
          <p:cNvGraphicFramePr/>
          <p:nvPr/>
        </p:nvGraphicFramePr>
        <p:xfrm>
          <a:off x="983016" y="2996900"/>
          <a:ext cx="10400675" cy="1854250"/>
        </p:xfrm>
        <a:graphic>
          <a:graphicData uri="http://schemas.openxmlformats.org/drawingml/2006/table">
            <a:tbl>
              <a:tblPr firstRow="1" bandRow="1">
                <a:noFill/>
                <a:tableStyleId>{2D5204B3-6243-42E8-8DC7-DA176E6F050A}</a:tableStyleId>
              </a:tblPr>
              <a:tblGrid>
                <a:gridCol w="1165225"/>
                <a:gridCol w="9235450"/>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MaNSP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TenNSP</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Thể thao</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Đồ dùng cá nhân</a:t>
                      </a:r>
                      <a:endParaRPr lang="en-US"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Giáo dục</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71" name="Shape 271"/>
        <p:cNvGrpSpPr/>
        <p:nvPr/>
      </p:nvGrpSpPr>
      <p:grpSpPr>
        <a:xfrm>
          <a:off x="0" y="0"/>
          <a:ext cx="0" cy="0"/>
          <a:chOff x="0" y="0"/>
          <a:chExt cx="0" cy="0"/>
        </a:xfrm>
      </p:grpSpPr>
      <p:sp>
        <p:nvSpPr>
          <p:cNvPr id="272" name="Google Shape;272;p16"/>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t>II.3. MÔ HÌNH DỮ LIỆU Ở MỨC VẬT LÝ (tt)</a:t>
            </a:r>
            <a:endParaRPr sz="3600"/>
          </a:p>
        </p:txBody>
      </p:sp>
      <p:graphicFrame>
        <p:nvGraphicFramePr>
          <p:cNvPr id="273" name="Google Shape;273;p16"/>
          <p:cNvGraphicFramePr/>
          <p:nvPr/>
        </p:nvGraphicFramePr>
        <p:xfrm>
          <a:off x="874713" y="2270125"/>
          <a:ext cx="10494975" cy="3000000"/>
        </p:xfrm>
        <a:graphic>
          <a:graphicData uri="http://schemas.openxmlformats.org/drawingml/2006/table">
            <a:tbl>
              <a:tblPr firstRow="1" bandRow="1">
                <a:noFill/>
                <a:tableStyleId>{2D5204B3-6243-42E8-8DC7-DA176E6F050A}</a:tableStyleId>
              </a:tblPr>
              <a:tblGrid>
                <a:gridCol w="3498325"/>
                <a:gridCol w="3498325"/>
                <a:gridCol w="3498325"/>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Column name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Data type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Allow nulls</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MaLSP (K)</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tinyInt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TenLSP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nvarchar(50)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MaNSP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Lookup(NhomSP(MaNSP))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bl>
          </a:graphicData>
        </a:graphic>
      </p:graphicFrame>
      <p:sp>
        <p:nvSpPr>
          <p:cNvPr id="274" name="Google Shape;274;p16"/>
          <p:cNvSpPr txBox="1"/>
          <p:nvPr/>
        </p:nvSpPr>
        <p:spPr>
          <a:xfrm>
            <a:off x="874643" y="1484243"/>
            <a:ext cx="10495722" cy="600051"/>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accent1"/>
              </a:buClr>
              <a:buSzPts val="276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3. LoaiSP(</a:t>
            </a:r>
            <a:r>
              <a:rPr lang="en-US" sz="2400" b="0" i="0" u="sng"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MaLSP,</a:t>
            </a: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TenLSP,</a:t>
            </a:r>
            <a:r>
              <a:rPr lang="en-US" sz="2400" b="0" i="0" u="sng"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MaNSP</a:t>
            </a: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l" rtl="0">
              <a:lnSpc>
                <a:spcPct val="100000"/>
              </a:lnSpc>
              <a:spcBef>
                <a:spcPts val="1080"/>
              </a:spcBef>
              <a:spcAft>
                <a:spcPts val="0"/>
              </a:spcAft>
              <a:buClr>
                <a:schemeClr val="accent1"/>
              </a:buClr>
              <a:buSzPts val="2760"/>
              <a:buFont typeface="Arial" panose="020B0604020202020204"/>
              <a:buNone/>
            </a:pP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75" name="Google Shape;275;p16"/>
          <p:cNvSpPr txBox="1"/>
          <p:nvPr/>
        </p:nvSpPr>
        <p:spPr>
          <a:xfrm>
            <a:off x="874643" y="4285713"/>
            <a:ext cx="10495722" cy="1805805"/>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l" rtl="0">
              <a:lnSpc>
                <a:spcPct val="100000"/>
              </a:lnSpc>
              <a:spcBef>
                <a:spcPts val="0"/>
              </a:spcBef>
              <a:spcAft>
                <a:spcPts val="0"/>
              </a:spcAft>
              <a:buClr>
                <a:schemeClr val="accent1"/>
              </a:buClr>
              <a:buSzPct val="115000"/>
              <a:buFont typeface="Arial" panose="020B0604020202020204"/>
              <a:buNone/>
            </a:pPr>
            <a:r>
              <a:rPr lang="en-US" sz="2400" b="1" i="0" u="sng"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Giải thích: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MaLSP (K): Mã loại sản phẩm là khóa, được đánh số 1,2,…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TenLSP: Tên loại sản phẩm, là 1 chuỗi dài tối đa 50 ký tự, vd: Bóng đá, Bóng bàn…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MaNSP: Mã nhóm sản phẩm là khóa ngoại, kiểu dữ liệu phải giống kiểu dữ liệu trong bảng NhomSP, tra cứu cột MaNSP trong bảng NhomSP - Lookup(NhomSP(MaNSP))</a:t>
            </a: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79" name="Shape 279"/>
        <p:cNvGrpSpPr/>
        <p:nvPr/>
      </p:nvGrpSpPr>
      <p:grpSpPr>
        <a:xfrm>
          <a:off x="0" y="0"/>
          <a:ext cx="0" cy="0"/>
          <a:chOff x="0" y="0"/>
          <a:chExt cx="0" cy="0"/>
        </a:xfrm>
      </p:grpSpPr>
      <p:sp>
        <p:nvSpPr>
          <p:cNvPr id="280" name="Google Shape;280;p17"/>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t>II.3. MÔ HÌNH DỮ LIỆU Ở MỨC VẬT LÝ (tt)</a:t>
            </a:r>
            <a:endParaRPr sz="3600"/>
          </a:p>
        </p:txBody>
      </p:sp>
      <p:sp>
        <p:nvSpPr>
          <p:cNvPr id="281" name="Google Shape;281;p17"/>
          <p:cNvSpPr txBox="1"/>
          <p:nvPr/>
        </p:nvSpPr>
        <p:spPr>
          <a:xfrm>
            <a:off x="874643" y="1484243"/>
            <a:ext cx="10495722" cy="949675"/>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00000"/>
              </a:lnSpc>
              <a:spcBef>
                <a:spcPts val="0"/>
              </a:spcBef>
              <a:spcAft>
                <a:spcPts val="0"/>
              </a:spcAft>
              <a:buClr>
                <a:schemeClr val="accent1"/>
              </a:buClr>
              <a:buSzPts val="2760"/>
              <a:buFont typeface="Arial" panose="020B0604020202020204"/>
              <a:buNone/>
            </a:pPr>
            <a:r>
              <a:rPr lang="en-US" sz="24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3. LoaiSP(</a:t>
            </a:r>
            <a:r>
              <a:rPr lang="en-US" sz="2400" u="sng">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MaLSP,</a:t>
            </a:r>
            <a:r>
              <a:rPr lang="en-US" sz="24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TenLSP,</a:t>
            </a:r>
            <a:r>
              <a:rPr lang="en-US" sz="2400" u="sng">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MaNSP</a:t>
            </a:r>
            <a:r>
              <a:rPr lang="en-US" sz="24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l" rtl="0">
              <a:lnSpc>
                <a:spcPct val="100000"/>
              </a:lnSpc>
              <a:spcBef>
                <a:spcPts val="1045"/>
              </a:spcBef>
              <a:spcAft>
                <a:spcPts val="0"/>
              </a:spcAft>
              <a:buClr>
                <a:schemeClr val="accent1"/>
              </a:buClr>
              <a:buSzPts val="276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Dữ liệu mẫu</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45"/>
              </a:spcBef>
              <a:spcAft>
                <a:spcPts val="0"/>
              </a:spcAft>
              <a:buClr>
                <a:schemeClr val="accent1"/>
              </a:buClr>
              <a:buSzPts val="2760"/>
              <a:buFont typeface="Arial" panose="020B0604020202020204"/>
              <a:buNone/>
            </a:pP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graphicFrame>
        <p:nvGraphicFramePr>
          <p:cNvPr id="282" name="Google Shape;282;p17"/>
          <p:cNvGraphicFramePr/>
          <p:nvPr/>
        </p:nvGraphicFramePr>
        <p:xfrm>
          <a:off x="969681" y="2554940"/>
          <a:ext cx="10400675" cy="3000000"/>
        </p:xfrm>
        <a:graphic>
          <a:graphicData uri="http://schemas.openxmlformats.org/drawingml/2006/table">
            <a:tbl>
              <a:tblPr firstRow="1" bandRow="1">
                <a:noFill/>
                <a:tableStyleId>{2D5204B3-6243-42E8-8DC7-DA176E6F050A}</a:tableStyleId>
              </a:tblPr>
              <a:tblGrid>
                <a:gridCol w="953250"/>
                <a:gridCol w="8175800"/>
                <a:gridCol w="1271625"/>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MaLSP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TenLSP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MaNSP</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Bóng đá</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2</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Bóng bàn</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2</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7</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Tư liệu</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8</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Phân tích</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9</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Người Việt năm châu</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86" name="Shape 286"/>
        <p:cNvGrpSpPr/>
        <p:nvPr/>
      </p:nvGrpSpPr>
      <p:grpSpPr>
        <a:xfrm>
          <a:off x="0" y="0"/>
          <a:ext cx="0" cy="0"/>
          <a:chOff x="0" y="0"/>
          <a:chExt cx="0" cy="0"/>
        </a:xfrm>
      </p:grpSpPr>
      <p:sp>
        <p:nvSpPr>
          <p:cNvPr id="287" name="Google Shape;287;p18"/>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t>II.3. MÔ HÌNH DỮ LIỆU Ở MỨC VẬT LÝ (tt)</a:t>
            </a:r>
            <a:endParaRPr sz="3600"/>
          </a:p>
        </p:txBody>
      </p:sp>
      <p:graphicFrame>
        <p:nvGraphicFramePr>
          <p:cNvPr id="288" name="Google Shape;288;p18"/>
          <p:cNvGraphicFramePr/>
          <p:nvPr/>
        </p:nvGraphicFramePr>
        <p:xfrm>
          <a:off x="874713" y="2270125"/>
          <a:ext cx="10494975" cy="3337650"/>
        </p:xfrm>
        <a:graphic>
          <a:graphicData uri="http://schemas.openxmlformats.org/drawingml/2006/table">
            <a:tbl>
              <a:tblPr firstRow="1" bandRow="1">
                <a:noFill/>
                <a:tableStyleId>{2D5204B3-6243-42E8-8DC7-DA176E6F050A}</a:tableStyleId>
              </a:tblPr>
              <a:tblGrid>
                <a:gridCol w="3498325"/>
                <a:gridCol w="3498325"/>
                <a:gridCol w="3498325"/>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Column name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Data type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Allow nulls</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MaSP(K)</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Char(8)</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TenSP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Nvarchar(50)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MoTaTT</a:t>
                      </a:r>
                      <a:endParaRPr lang="en-US"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Nvarchar(100)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ThongTinCT</a:t>
                      </a:r>
                      <a:endParaRPr lang="en-US"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Ntext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DonGia</a:t>
                      </a:r>
                      <a:endParaRPr lang="en-US"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Money</a:t>
                      </a:r>
                      <a:endParaRPr lang="en-US"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AnhMH</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Nvarchar(50)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sz="1800" u="none" strike="noStrike" cap="none">
                          <a:sym typeface="Wingdings 2" panose="05020102010507070707" charset="0"/>
                        </a:rPr>
                        <a:t></a:t>
                      </a:r>
                      <a:endParaRPr sz="1800" u="none" strike="noStrike" cap="none">
                        <a:sym typeface="Wingdings 2" panose="05020102010507070707" charset="0"/>
                      </a:endParaRPr>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MaLSP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Lookup(NhomTin(MaNT))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MaDVT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Lookup(TacGia(MaTG))</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bl>
          </a:graphicData>
        </a:graphic>
      </p:graphicFrame>
      <p:sp>
        <p:nvSpPr>
          <p:cNvPr id="289" name="Google Shape;289;p18"/>
          <p:cNvSpPr txBox="1"/>
          <p:nvPr/>
        </p:nvSpPr>
        <p:spPr>
          <a:xfrm>
            <a:off x="874643" y="1484243"/>
            <a:ext cx="10495722" cy="600051"/>
          </a:xfrm>
          <a:prstGeom prst="rect">
            <a:avLst/>
          </a:prstGeom>
          <a:noFill/>
          <a:ln>
            <a:noFill/>
          </a:ln>
        </p:spPr>
        <p:txBody>
          <a:bodyPr spcFirstLastPara="1" wrap="square" lIns="91425" tIns="45700" rIns="91425" bIns="45700" anchor="t" anchorCtr="0">
            <a:normAutofit fontScale="90000"/>
          </a:bodyPr>
          <a:lstStyle/>
          <a:p>
            <a:pPr marL="0" marR="0" lvl="0" indent="0" algn="l" rtl="0">
              <a:lnSpc>
                <a:spcPct val="100000"/>
              </a:lnSpc>
              <a:spcBef>
                <a:spcPts val="0"/>
              </a:spcBef>
              <a:spcAft>
                <a:spcPts val="0"/>
              </a:spcAft>
              <a:buClr>
                <a:schemeClr val="accent1"/>
              </a:buClr>
              <a:buSzPts val="276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4.</a:t>
            </a:r>
            <a:r>
              <a:rPr lang="en-US" sz="2400">
                <a:latin typeface="Times New Roman" panose="02020603050405020304" charset="0"/>
                <a:cs typeface="Times New Roman" panose="02020603050405020304" charset="0"/>
                <a:sym typeface="+mn-ea"/>
              </a:rPr>
              <a:t>SanPham(</a:t>
            </a:r>
            <a:r>
              <a:rPr lang="en-US" sz="2400" u="sng">
                <a:latin typeface="Times New Roman" panose="02020603050405020304" charset="0"/>
                <a:cs typeface="Times New Roman" panose="02020603050405020304" charset="0"/>
                <a:sym typeface="+mn-ea"/>
              </a:rPr>
              <a:t>MaSP</a:t>
            </a:r>
            <a:r>
              <a:rPr lang="en-US" sz="2400">
                <a:latin typeface="Times New Roman" panose="02020603050405020304" charset="0"/>
                <a:cs typeface="Times New Roman" panose="02020603050405020304" charset="0"/>
                <a:sym typeface="+mn-ea"/>
              </a:rPr>
              <a:t>, TenSP, MoTaTT, ThongTinCT, DonGia, AnhMH,</a:t>
            </a:r>
            <a:r>
              <a:rPr lang="en-US" sz="2400" u="sng">
                <a:latin typeface="Times New Roman" panose="02020603050405020304" charset="0"/>
                <a:cs typeface="Times New Roman" panose="02020603050405020304" charset="0"/>
                <a:sym typeface="+mn-ea"/>
              </a:rPr>
              <a:t>MaLSP</a:t>
            </a:r>
            <a:r>
              <a:rPr lang="en-US" sz="2400">
                <a:latin typeface="Times New Roman" panose="02020603050405020304" charset="0"/>
                <a:cs typeface="Times New Roman" panose="02020603050405020304" charset="0"/>
                <a:sym typeface="+mn-ea"/>
              </a:rPr>
              <a:t>,</a:t>
            </a:r>
            <a:r>
              <a:rPr lang="en-US" sz="2400" u="sng">
                <a:latin typeface="Times New Roman" panose="02020603050405020304" charset="0"/>
                <a:cs typeface="Times New Roman" panose="02020603050405020304" charset="0"/>
                <a:sym typeface="+mn-ea"/>
              </a:rPr>
              <a:t>MaDVT</a:t>
            </a:r>
            <a:r>
              <a:rPr lang="en-US" sz="2400">
                <a:latin typeface="Times New Roman" panose="02020603050405020304" charset="0"/>
                <a:cs typeface="Times New Roman" panose="02020603050405020304" charset="0"/>
                <a:sym typeface="+mn-ea"/>
              </a:rPr>
              <a:t>)</a:t>
            </a: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 </a:t>
            </a: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l" rtl="0">
              <a:lnSpc>
                <a:spcPct val="100000"/>
              </a:lnSpc>
              <a:spcBef>
                <a:spcPts val="1080"/>
              </a:spcBef>
              <a:spcAft>
                <a:spcPts val="0"/>
              </a:spcAft>
              <a:buClr>
                <a:schemeClr val="accent1"/>
              </a:buClr>
              <a:buSzPts val="2760"/>
              <a:buFont typeface="Arial" panose="020B0604020202020204"/>
              <a:buNone/>
            </a:pP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93" name="Shape 293"/>
        <p:cNvGrpSpPr/>
        <p:nvPr/>
      </p:nvGrpSpPr>
      <p:grpSpPr>
        <a:xfrm>
          <a:off x="0" y="0"/>
          <a:ext cx="0" cy="0"/>
          <a:chOff x="0" y="0"/>
          <a:chExt cx="0" cy="0"/>
        </a:xfrm>
      </p:grpSpPr>
      <p:sp>
        <p:nvSpPr>
          <p:cNvPr id="294" name="Google Shape;294;p19"/>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t>II.3. MÔ HÌNH DỮ LIỆU Ở MỨC VẬT LÝ (tt)</a:t>
            </a:r>
            <a:endParaRPr sz="3600"/>
          </a:p>
        </p:txBody>
      </p:sp>
      <p:sp>
        <p:nvSpPr>
          <p:cNvPr id="295" name="Google Shape;295;p19"/>
          <p:cNvSpPr txBox="1"/>
          <p:nvPr/>
        </p:nvSpPr>
        <p:spPr>
          <a:xfrm>
            <a:off x="767328" y="1484878"/>
            <a:ext cx="10495722" cy="600051"/>
          </a:xfrm>
          <a:prstGeom prst="rect">
            <a:avLst/>
          </a:prstGeom>
          <a:noFill/>
          <a:ln>
            <a:noFill/>
          </a:ln>
        </p:spPr>
        <p:txBody>
          <a:bodyPr spcFirstLastPara="1" wrap="square" lIns="91425" tIns="45700" rIns="91425" bIns="45700" anchor="t" anchorCtr="0">
            <a:normAutofit fontScale="90000"/>
          </a:bodyPr>
          <a:lstStyle/>
          <a:p>
            <a:pPr marL="0" marR="0" lvl="0" indent="0" algn="l" rtl="0">
              <a:lnSpc>
                <a:spcPct val="100000"/>
              </a:lnSpc>
              <a:spcBef>
                <a:spcPts val="0"/>
              </a:spcBef>
              <a:spcAft>
                <a:spcPts val="0"/>
              </a:spcAft>
              <a:buClr>
                <a:schemeClr val="accent1"/>
              </a:buClr>
              <a:buSzPts val="2760"/>
              <a:buFont typeface="Arial" panose="020B0604020202020204"/>
              <a:buNone/>
            </a:pPr>
            <a:r>
              <a:rPr lang="en-US" sz="24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4.</a:t>
            </a:r>
            <a:r>
              <a:rPr lang="en-US" sz="2400">
                <a:latin typeface="Times New Roman" panose="02020603050405020304" charset="0"/>
                <a:cs typeface="Times New Roman" panose="02020603050405020304" charset="0"/>
                <a:sym typeface="+mn-ea"/>
              </a:rPr>
              <a:t>SanPham(</a:t>
            </a:r>
            <a:r>
              <a:rPr lang="en-US" sz="2400" u="sng">
                <a:latin typeface="Times New Roman" panose="02020603050405020304" charset="0"/>
                <a:cs typeface="Times New Roman" panose="02020603050405020304" charset="0"/>
                <a:sym typeface="+mn-ea"/>
              </a:rPr>
              <a:t>MaSP</a:t>
            </a:r>
            <a:r>
              <a:rPr lang="en-US" sz="2400">
                <a:latin typeface="Times New Roman" panose="02020603050405020304" charset="0"/>
                <a:cs typeface="Times New Roman" panose="02020603050405020304" charset="0"/>
                <a:sym typeface="+mn-ea"/>
              </a:rPr>
              <a:t>, TenSP, MoTaTT, ThongTinCT, DonGia, AnhMH,</a:t>
            </a:r>
            <a:r>
              <a:rPr lang="en-US" sz="2400" u="sng">
                <a:latin typeface="Times New Roman" panose="02020603050405020304" charset="0"/>
                <a:cs typeface="Times New Roman" panose="02020603050405020304" charset="0"/>
                <a:sym typeface="+mn-ea"/>
              </a:rPr>
              <a:t>MaLSP</a:t>
            </a:r>
            <a:r>
              <a:rPr lang="en-US" sz="2400">
                <a:latin typeface="Times New Roman" panose="02020603050405020304" charset="0"/>
                <a:cs typeface="Times New Roman" panose="02020603050405020304" charset="0"/>
                <a:sym typeface="+mn-ea"/>
              </a:rPr>
              <a:t>,</a:t>
            </a:r>
            <a:r>
              <a:rPr lang="en-US" sz="2400" u="sng">
                <a:latin typeface="Times New Roman" panose="02020603050405020304" charset="0"/>
                <a:cs typeface="Times New Roman" panose="02020603050405020304" charset="0"/>
                <a:sym typeface="+mn-ea"/>
              </a:rPr>
              <a:t>MaDVT</a:t>
            </a:r>
            <a:r>
              <a:rPr lang="en-US" sz="2400">
                <a:latin typeface="Times New Roman" panose="02020603050405020304" charset="0"/>
                <a:cs typeface="Times New Roman" panose="02020603050405020304" charset="0"/>
                <a:sym typeface="+mn-ea"/>
              </a:rPr>
              <a:t>)</a:t>
            </a:r>
            <a:r>
              <a:rPr lang="en-US" sz="24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 </a:t>
            </a: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l" rtl="0">
              <a:lnSpc>
                <a:spcPct val="100000"/>
              </a:lnSpc>
              <a:spcBef>
                <a:spcPts val="1080"/>
              </a:spcBef>
              <a:spcAft>
                <a:spcPts val="0"/>
              </a:spcAft>
              <a:buClr>
                <a:schemeClr val="accent1"/>
              </a:buClr>
              <a:buSzPts val="2760"/>
              <a:buFont typeface="Arial" panose="020B0604020202020204"/>
              <a:buNone/>
            </a:pP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96" name="Google Shape;296;p19"/>
          <p:cNvSpPr txBox="1"/>
          <p:nvPr/>
        </p:nvSpPr>
        <p:spPr>
          <a:xfrm>
            <a:off x="874643" y="1972823"/>
            <a:ext cx="10495722" cy="4145589"/>
          </a:xfrm>
          <a:prstGeom prst="rect">
            <a:avLst/>
          </a:prstGeom>
          <a:noFill/>
          <a:ln>
            <a:noFill/>
          </a:ln>
        </p:spPr>
        <p:txBody>
          <a:bodyPr spcFirstLastPara="1" wrap="square" lIns="91425" tIns="45700" rIns="91425" bIns="45700" anchor="t" anchorCtr="0">
            <a:normAutofit fontScale="65000" lnSpcReduction="10000"/>
          </a:bodyPr>
          <a:lstStyle/>
          <a:p>
            <a:pPr marL="0" marR="0" lvl="0" indent="0" algn="l" rtl="0">
              <a:lnSpc>
                <a:spcPct val="100000"/>
              </a:lnSpc>
              <a:spcBef>
                <a:spcPts val="0"/>
              </a:spcBef>
              <a:spcAft>
                <a:spcPts val="0"/>
              </a:spcAft>
              <a:buClr>
                <a:schemeClr val="accent1"/>
              </a:buClr>
              <a:buSzPct val="115000"/>
              <a:buFont typeface="Arial" panose="020B0604020202020204"/>
              <a:buNone/>
            </a:pPr>
            <a:r>
              <a:rPr lang="en-US" sz="2400" b="1" i="0" u="sng"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Giải thích: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665"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MaSP (K): Mã sản phẩm là khóa, được đánh số theo nguyên tắc: 2 ký tự đầu là năm, 2 ký tự tiếp theo là tháng, 2 ký tự tiếp theo là ngày, 3 ký tự còn lại là số thứ tự sản phẩm đăng trong ngày, ví dụ sản phẩm thứ 5 đăng trong ngày 18/09/2026 là 260918005</a:t>
            </a:r>
            <a:endParaRPr sz="2665"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665"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TenSP: Tên sản phẩm, là một chuỗi tối đa 50 ký tự</a:t>
            </a:r>
            <a:endParaRPr sz="2665"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665"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MoTaTT: mô tả tóm tắt thông tin, là một chuỗi tối đa 100 ký tự</a:t>
            </a:r>
            <a:endParaRPr sz="2665"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665"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ThongTinCT: thông tin chi tiết của sản phẩm, có thể bao gồm văn bản, hình ảnh…</a:t>
            </a:r>
            <a:endParaRPr sz="2665"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665"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DonGia</a:t>
            </a:r>
            <a:endParaRPr sz="2665"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665"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AnhMH: Ảnh minh họa (có thể không có), lưu tên ảnh chứa trong thư mục quy định khi lập trình web</a:t>
            </a:r>
            <a:endParaRPr sz="2665"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665"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MaLSP: Mã loại sản phẩm là khóa ngoại, việc tra cứu tương tự MaNSP trong bảng LoaiSP</a:t>
            </a:r>
            <a:endParaRPr sz="2665"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1010"/>
              </a:spcBef>
              <a:spcAft>
                <a:spcPts val="0"/>
              </a:spcAft>
              <a:buClr>
                <a:schemeClr val="accent1"/>
              </a:buClr>
              <a:buSzPct val="115000"/>
              <a:buFont typeface="Arial" panose="020B0604020202020204"/>
              <a:buNone/>
            </a:pPr>
            <a:r>
              <a:rPr lang="en-US" sz="2665"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MaDVT: Mã đơn vị tính là khóa ngoại, việc tra cứu tương tự </a:t>
            </a:r>
            <a:r>
              <a:rPr lang="en-US" sz="2665">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MaNSP trong bảng LoaiSP</a:t>
            </a:r>
            <a:endParaRPr sz="2665"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l" rtl="0">
              <a:lnSpc>
                <a:spcPct val="100000"/>
              </a:lnSpc>
              <a:spcBef>
                <a:spcPts val="1010"/>
              </a:spcBef>
              <a:spcAft>
                <a:spcPts val="0"/>
              </a:spcAft>
              <a:buClr>
                <a:schemeClr val="accent1"/>
              </a:buClr>
              <a:buSzPct val="115000"/>
              <a:buFont typeface="Arial" panose="020B0604020202020204"/>
              <a:buNone/>
            </a:pPr>
            <a:endParaRPr sz="2665"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00" name="Shape 300"/>
        <p:cNvGrpSpPr/>
        <p:nvPr/>
      </p:nvGrpSpPr>
      <p:grpSpPr>
        <a:xfrm>
          <a:off x="0" y="0"/>
          <a:ext cx="0" cy="0"/>
          <a:chOff x="0" y="0"/>
          <a:chExt cx="0" cy="0"/>
        </a:xfrm>
      </p:grpSpPr>
      <p:sp>
        <p:nvSpPr>
          <p:cNvPr id="301" name="Google Shape;301;p20"/>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sz="3600"/>
              <a:t>II.3. MÔ HÌNH DỮ LIỆU Ở MỨC VẬT LÝ (tt)</a:t>
            </a:r>
            <a:endParaRPr sz="3600"/>
          </a:p>
        </p:txBody>
      </p:sp>
      <p:sp>
        <p:nvSpPr>
          <p:cNvPr id="302" name="Google Shape;302;p20"/>
          <p:cNvSpPr txBox="1"/>
          <p:nvPr/>
        </p:nvSpPr>
        <p:spPr>
          <a:xfrm>
            <a:off x="874643" y="1484243"/>
            <a:ext cx="10495722" cy="949675"/>
          </a:xfrm>
          <a:prstGeom prst="rect">
            <a:avLst/>
          </a:prstGeom>
          <a:noFill/>
          <a:ln>
            <a:noFill/>
          </a:ln>
        </p:spPr>
        <p:txBody>
          <a:bodyPr spcFirstLastPara="1" wrap="square" lIns="91425" tIns="45700" rIns="91425" bIns="45700" anchor="t" anchorCtr="0">
            <a:normAutofit fontScale="90000"/>
          </a:bodyPr>
          <a:lstStyle/>
          <a:p>
            <a:pPr marL="0" marR="0" lvl="0" indent="0" algn="l" rtl="0">
              <a:lnSpc>
                <a:spcPct val="100000"/>
              </a:lnSpc>
              <a:spcBef>
                <a:spcPts val="0"/>
              </a:spcBef>
              <a:spcAft>
                <a:spcPts val="0"/>
              </a:spcAft>
              <a:buClr>
                <a:schemeClr val="accent1"/>
              </a:buClr>
              <a:buSzPts val="2760"/>
              <a:buFont typeface="Arial" panose="020B0604020202020204"/>
              <a:buNone/>
            </a:pPr>
            <a:r>
              <a:rPr lang="en-US" sz="24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4.</a:t>
            </a:r>
            <a:r>
              <a:rPr lang="en-US" sz="2400">
                <a:latin typeface="Times New Roman" panose="02020603050405020304" charset="0"/>
                <a:cs typeface="Times New Roman" panose="02020603050405020304" charset="0"/>
                <a:sym typeface="+mn-ea"/>
              </a:rPr>
              <a:t>SanPham(</a:t>
            </a:r>
            <a:r>
              <a:rPr lang="en-US" sz="2400" u="sng">
                <a:latin typeface="Times New Roman" panose="02020603050405020304" charset="0"/>
                <a:cs typeface="Times New Roman" panose="02020603050405020304" charset="0"/>
                <a:sym typeface="+mn-ea"/>
              </a:rPr>
              <a:t>MaSP</a:t>
            </a:r>
            <a:r>
              <a:rPr lang="en-US" sz="2400">
                <a:latin typeface="Times New Roman" panose="02020603050405020304" charset="0"/>
                <a:cs typeface="Times New Roman" panose="02020603050405020304" charset="0"/>
                <a:sym typeface="+mn-ea"/>
              </a:rPr>
              <a:t>, TenSP, MoTaTT, ThongTinCT, DonGia, AnhMH,</a:t>
            </a:r>
            <a:r>
              <a:rPr lang="en-US" sz="2400" u="sng">
                <a:latin typeface="Times New Roman" panose="02020603050405020304" charset="0"/>
                <a:cs typeface="Times New Roman" panose="02020603050405020304" charset="0"/>
                <a:sym typeface="+mn-ea"/>
              </a:rPr>
              <a:t>MaLSP</a:t>
            </a:r>
            <a:r>
              <a:rPr lang="en-US" sz="2400">
                <a:latin typeface="Times New Roman" panose="02020603050405020304" charset="0"/>
                <a:cs typeface="Times New Roman" panose="02020603050405020304" charset="0"/>
                <a:sym typeface="+mn-ea"/>
              </a:rPr>
              <a:t>,</a:t>
            </a:r>
            <a:r>
              <a:rPr lang="en-US" sz="2400" u="sng">
                <a:latin typeface="Times New Roman" panose="02020603050405020304" charset="0"/>
                <a:cs typeface="Times New Roman" panose="02020603050405020304" charset="0"/>
                <a:sym typeface="+mn-ea"/>
              </a:rPr>
              <a:t>MaDVT</a:t>
            </a:r>
            <a:r>
              <a:rPr lang="en-US" sz="2400">
                <a:latin typeface="Times New Roman" panose="02020603050405020304" charset="0"/>
                <a:cs typeface="Times New Roman" panose="02020603050405020304" charset="0"/>
                <a:sym typeface="+mn-ea"/>
              </a:rPr>
              <a:t>)</a:t>
            </a: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l" rtl="0">
              <a:lnSpc>
                <a:spcPct val="100000"/>
              </a:lnSpc>
              <a:spcBef>
                <a:spcPts val="1045"/>
              </a:spcBef>
              <a:spcAft>
                <a:spcPts val="0"/>
              </a:spcAft>
              <a:buClr>
                <a:schemeClr val="accent1"/>
              </a:buClr>
              <a:buSzPts val="2760"/>
              <a:buFont typeface="Arial" panose="020B0604020202020204"/>
              <a:buNone/>
            </a:pPr>
            <a:r>
              <a:rPr lang="en-US"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Dữ liệu mẫu</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45"/>
              </a:spcBef>
              <a:spcAft>
                <a:spcPts val="0"/>
              </a:spcAft>
              <a:buClr>
                <a:schemeClr val="accent1"/>
              </a:buClr>
              <a:buSzPts val="2760"/>
              <a:buFont typeface="Arial" panose="020B0604020202020204"/>
              <a:buNone/>
            </a:pPr>
            <a:endParaRPr sz="24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graphicFrame>
        <p:nvGraphicFramePr>
          <p:cNvPr id="303" name="Google Shape;303;p20"/>
          <p:cNvGraphicFramePr/>
          <p:nvPr/>
        </p:nvGraphicFramePr>
        <p:xfrm>
          <a:off x="969681" y="2554940"/>
          <a:ext cx="10400700" cy="3000000"/>
        </p:xfrm>
        <a:graphic>
          <a:graphicData uri="http://schemas.openxmlformats.org/drawingml/2006/table">
            <a:tbl>
              <a:tblPr firstRow="1" bandRow="1">
                <a:noFill/>
                <a:tableStyleId>{2D5204B3-6243-42E8-8DC7-DA176E6F050A}</a:tableStyleId>
              </a:tblPr>
              <a:tblGrid>
                <a:gridCol w="1195300"/>
                <a:gridCol w="2635625"/>
                <a:gridCol w="1654000"/>
                <a:gridCol w="4915775"/>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MaSP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TenSP</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DonGia</a:t>
                      </a:r>
                      <a:endParaRPr lang="en-US"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191205001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 Đồng hồ Rolex</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1234000</a:t>
                      </a:r>
                      <a:endParaRPr lang="en-US"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191205002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 Sách Listening Test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60000</a:t>
                      </a:r>
                      <a:endParaRPr lang="en-US"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191206001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Thùng khẩu trang y tế</a:t>
                      </a:r>
                      <a:endParaRPr lang="en-US"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100000</a:t>
                      </a:r>
                      <a:endParaRPr lang="en-US" sz="1800" u="none" strike="noStrike" cap="none"/>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a:t>
                      </a:r>
                      <a:endParaRPr sz="1800" u="none" strike="noStrike" cap="none"/>
                    </a:p>
                  </a:txBody>
                  <a:tcPr marL="91450" marR="91450" marT="45725" marB="457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07" name="Shape 307"/>
        <p:cNvGrpSpPr/>
        <p:nvPr/>
      </p:nvGrpSpPr>
      <p:grpSpPr>
        <a:xfrm>
          <a:off x="0" y="0"/>
          <a:ext cx="0" cy="0"/>
          <a:chOff x="0" y="0"/>
          <a:chExt cx="0" cy="0"/>
        </a:xfrm>
      </p:grpSpPr>
      <p:sp>
        <p:nvSpPr>
          <p:cNvPr id="308" name="Google Shape;308;p21"/>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III. CÀI ĐẶT CSDL</a:t>
            </a:r>
            <a:endParaRPr lang="en-US"/>
          </a:p>
        </p:txBody>
      </p:sp>
      <p:sp>
        <p:nvSpPr>
          <p:cNvPr id="309" name="Google Shape;309;p21"/>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760"/>
              <a:buNone/>
            </a:pPr>
            <a:r>
              <a:rPr lang="en-US"/>
              <a:t>III.1. Tạo CSDL </a:t>
            </a:r>
            <a:endParaRPr lang="en-US"/>
          </a:p>
          <a:p>
            <a:pPr marL="0" lvl="0" indent="0" algn="l" rtl="0">
              <a:lnSpc>
                <a:spcPct val="100000"/>
              </a:lnSpc>
              <a:spcBef>
                <a:spcPts val="1080"/>
              </a:spcBef>
              <a:spcAft>
                <a:spcPts val="0"/>
              </a:spcAft>
              <a:buSzPts val="2760"/>
              <a:buNone/>
            </a:pPr>
            <a:r>
              <a:rPr lang="en-US"/>
              <a:t>III.2. Tạo các bảng dữ liệu</a:t>
            </a:r>
            <a:endParaRPr lang="en-US"/>
          </a:p>
          <a:p>
            <a:pPr marL="0" lvl="0" indent="0" algn="l" rtl="0">
              <a:lnSpc>
                <a:spcPct val="100000"/>
              </a:lnSpc>
              <a:spcBef>
                <a:spcPts val="1080"/>
              </a:spcBef>
              <a:spcAft>
                <a:spcPts val="0"/>
              </a:spcAft>
              <a:buSzPts val="2760"/>
              <a:buNone/>
            </a:pPr>
            <a:r>
              <a:rPr lang="en-US"/>
              <a:t>III.3. Tạo mối kết hợp giữa các bảng (Database Diagrams)</a:t>
            </a:r>
            <a:endParaRPr lang="en-US"/>
          </a:p>
          <a:p>
            <a:pPr marL="0" lvl="0" indent="0" algn="l" rtl="0">
              <a:lnSpc>
                <a:spcPct val="100000"/>
              </a:lnSpc>
              <a:spcBef>
                <a:spcPts val="1080"/>
              </a:spcBef>
              <a:spcAft>
                <a:spcPts val="0"/>
              </a:spcAft>
              <a:buSzPts val="2760"/>
              <a:buNone/>
            </a:pPr>
            <a:r>
              <a:rPr lang="en-US"/>
              <a:t>III.4. Tạo các thủ tục lưu trữ SQL</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13" name="Shape 313"/>
        <p:cNvGrpSpPr/>
        <p:nvPr/>
      </p:nvGrpSpPr>
      <p:grpSpPr>
        <a:xfrm>
          <a:off x="0" y="0"/>
          <a:ext cx="0" cy="0"/>
          <a:chOff x="0" y="0"/>
          <a:chExt cx="0" cy="0"/>
        </a:xfrm>
      </p:grpSpPr>
      <p:sp>
        <p:nvSpPr>
          <p:cNvPr id="314" name="Google Shape;314;p22"/>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III.1. Tạo CSDL trên MS SQL Server</a:t>
            </a:r>
            <a:endParaRPr lang="en-US"/>
          </a:p>
        </p:txBody>
      </p:sp>
      <p:sp>
        <p:nvSpPr>
          <p:cNvPr id="315" name="Google Shape;315;p22"/>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760"/>
              <a:buNone/>
            </a:pPr>
            <a:r>
              <a:rPr lang="en-US"/>
              <a:t>Tạo Cơ sở dữ liệu, đặt tên </a:t>
            </a:r>
            <a:r>
              <a:rPr lang="en-US"/>
              <a:t>PTUDWEB_</a:t>
            </a:r>
            <a:r>
              <a:rPr lang="en-US"/>
              <a:t>Ten_MSSV_DB, lưu trong thư mục: TenHoMSSV-&gt;Data</a:t>
            </a:r>
            <a:endParaRPr lang="en-US"/>
          </a:p>
          <a:p>
            <a:pPr marL="0" lvl="0" indent="0" algn="l" rtl="0">
              <a:lnSpc>
                <a:spcPct val="100000"/>
              </a:lnSpc>
              <a:spcBef>
                <a:spcPts val="1080"/>
              </a:spcBef>
              <a:spcAft>
                <a:spcPts val="0"/>
              </a:spcAft>
              <a:buSzPts val="2760"/>
              <a:buNone/>
            </a:pPr>
            <a:r>
              <a:rPr lang="en-US" i="1">
                <a:solidFill>
                  <a:srgbClr val="FF0000"/>
                </a:solidFill>
                <a:latin typeface="Gill Sans" panose="020B0502020104020203"/>
                <a:ea typeface="Gill Sans" panose="020B0502020104020203"/>
                <a:cs typeface="Gill Sans" panose="020B0502020104020203"/>
                <a:sym typeface="Gill Sans" panose="020B0502020104020203"/>
              </a:rPr>
              <a:t>Lưu ý: Tạo thư mục theo định dạng Tên Họ MSSV của bạn. Trong thư mục này tạo 2 thư mục con: Thư mục Data chứa 2 file CSDL, thư mục WebApp chứa các trang web đã tạo. Ví dụ: Bạn tên: Nguyễn Văn Đông, MSSV: 65133051 thì tạo thư mục: </a:t>
            </a:r>
            <a:endParaRPr lang="en-US" i="1">
              <a:solidFill>
                <a:srgbClr val="FF0000"/>
              </a:solidFill>
              <a:latin typeface="Gill Sans" panose="020B0502020104020203"/>
              <a:ea typeface="Gill Sans" panose="020B0502020104020203"/>
              <a:cs typeface="Gill Sans" panose="020B0502020104020203"/>
              <a:sym typeface="Gill Sans" panose="020B0502020104020203"/>
            </a:endParaRPr>
          </a:p>
          <a:p>
            <a:pPr marL="0" lvl="0" indent="0" algn="l" rtl="0">
              <a:lnSpc>
                <a:spcPct val="100000"/>
              </a:lnSpc>
              <a:spcBef>
                <a:spcPts val="1080"/>
              </a:spcBef>
              <a:spcAft>
                <a:spcPts val="0"/>
              </a:spcAft>
              <a:buSzPts val="2760"/>
              <a:buNone/>
            </a:pPr>
            <a:r>
              <a:rPr lang="en-US" i="1">
                <a:solidFill>
                  <a:srgbClr val="FF0000"/>
                </a:solidFill>
                <a:latin typeface="Gill Sans" panose="020B0502020104020203"/>
                <a:ea typeface="Gill Sans" panose="020B0502020104020203"/>
                <a:cs typeface="Gill Sans" panose="020B0502020104020203"/>
                <a:sym typeface="Gill Sans" panose="020B0502020104020203"/>
              </a:rPr>
              <a:t>	DongNguyenVan65133051 (Tiếng Việt không dấu, không khoảng cách)</a:t>
            </a:r>
            <a:endParaRPr lang="en-US" i="1">
              <a:solidFill>
                <a:srgbClr val="FF0000"/>
              </a:solidFill>
              <a:latin typeface="Gill Sans" panose="020B0502020104020203"/>
              <a:ea typeface="Gill Sans" panose="020B0502020104020203"/>
              <a:cs typeface="Gill Sans" panose="020B0502020104020203"/>
              <a:sym typeface="Gill Sans" panose="020B0502020104020203"/>
            </a:endParaRPr>
          </a:p>
          <a:p>
            <a:pPr marL="0" lvl="0" indent="0" algn="l" rtl="0">
              <a:lnSpc>
                <a:spcPct val="100000"/>
              </a:lnSpc>
              <a:spcBef>
                <a:spcPts val="1080"/>
              </a:spcBef>
              <a:spcAft>
                <a:spcPts val="0"/>
              </a:spcAft>
              <a:buSzPts val="2760"/>
              <a:buNone/>
            </a:pPr>
            <a:r>
              <a:rPr lang="en-US" i="1">
                <a:solidFill>
                  <a:srgbClr val="FF0000"/>
                </a:solidFill>
                <a:latin typeface="Gill Sans" panose="020B0502020104020203"/>
                <a:ea typeface="Gill Sans" panose="020B0502020104020203"/>
                <a:cs typeface="Gill Sans" panose="020B0502020104020203"/>
                <a:sym typeface="Gill Sans" panose="020B0502020104020203"/>
              </a:rPr>
              <a:t>		- </a:t>
            </a:r>
            <a:r>
              <a:rPr lang="en-US" i="1">
                <a:solidFill>
                  <a:srgbClr val="FF0000"/>
                </a:solidFill>
                <a:latin typeface="Gill Sans" panose="020B0502020104020203"/>
                <a:ea typeface="Gill Sans" panose="020B0502020104020203"/>
                <a:cs typeface="Gill Sans" panose="020B0502020104020203"/>
                <a:sym typeface="Gill Sans" panose="020B0502020104020203"/>
              </a:rPr>
              <a:t>Data</a:t>
            </a:r>
            <a:endParaRPr lang="en-US" i="1">
              <a:solidFill>
                <a:srgbClr val="FF0000"/>
              </a:solidFill>
              <a:latin typeface="Gill Sans" panose="020B0502020104020203"/>
              <a:ea typeface="Gill Sans" panose="020B0502020104020203"/>
              <a:cs typeface="Gill Sans" panose="020B0502020104020203"/>
              <a:sym typeface="Gill Sans" panose="020B0502020104020203"/>
            </a:endParaRPr>
          </a:p>
          <a:p>
            <a:pPr marL="0" lvl="0" indent="0" algn="l" rtl="0">
              <a:lnSpc>
                <a:spcPct val="100000"/>
              </a:lnSpc>
              <a:spcBef>
                <a:spcPts val="1080"/>
              </a:spcBef>
              <a:spcAft>
                <a:spcPts val="0"/>
              </a:spcAft>
              <a:buSzPts val="2760"/>
              <a:buNone/>
            </a:pPr>
            <a:r>
              <a:rPr lang="en-US" i="1">
                <a:solidFill>
                  <a:srgbClr val="FF0000"/>
                </a:solidFill>
                <a:latin typeface="Gill Sans" panose="020B0502020104020203"/>
                <a:ea typeface="Gill Sans" panose="020B0502020104020203"/>
                <a:cs typeface="Gill Sans" panose="020B0502020104020203"/>
                <a:sym typeface="Gill Sans" panose="020B0502020104020203"/>
              </a:rPr>
              <a:t>		- WebApp</a:t>
            </a:r>
            <a:endParaRPr i="1">
              <a:solidFill>
                <a:srgbClr val="FF0000"/>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19" name="Shape 319"/>
        <p:cNvGrpSpPr/>
        <p:nvPr/>
      </p:nvGrpSpPr>
      <p:grpSpPr>
        <a:xfrm>
          <a:off x="0" y="0"/>
          <a:ext cx="0" cy="0"/>
          <a:chOff x="0" y="0"/>
          <a:chExt cx="0" cy="0"/>
        </a:xfrm>
      </p:grpSpPr>
      <p:sp>
        <p:nvSpPr>
          <p:cNvPr id="320" name="Google Shape;320;p23"/>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III.2. Tạo các bảng dữ liệu</a:t>
            </a:r>
            <a:endParaRPr lang="en-US"/>
          </a:p>
        </p:txBody>
      </p:sp>
      <p:sp>
        <p:nvSpPr>
          <p:cNvPr id="322" name="Google Shape;322;p23"/>
          <p:cNvSpPr/>
          <p:nvPr/>
        </p:nvSpPr>
        <p:spPr>
          <a:xfrm>
            <a:off x="623873" y="1412621"/>
            <a:ext cx="10840277" cy="3670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pic>
        <p:nvPicPr>
          <p:cNvPr id="3" name="Picture 2" descr="Screenshot 2026-09-18 180800"/>
          <p:cNvPicPr>
            <a:picLocks noChangeAspect="1"/>
          </p:cNvPicPr>
          <p:nvPr/>
        </p:nvPicPr>
        <p:blipFill>
          <a:blip r:embed="rId1"/>
          <a:stretch>
            <a:fillRect/>
          </a:stretch>
        </p:blipFill>
        <p:spPr>
          <a:xfrm>
            <a:off x="1127760" y="2204720"/>
            <a:ext cx="8854440" cy="1224280"/>
          </a:xfrm>
          <a:prstGeom prst="rect">
            <a:avLst/>
          </a:prstGeom>
        </p:spPr>
      </p:pic>
      <p:sp>
        <p:nvSpPr>
          <p:cNvPr id="2" name="Text Box 1"/>
          <p:cNvSpPr txBox="1"/>
          <p:nvPr/>
        </p:nvSpPr>
        <p:spPr>
          <a:xfrm>
            <a:off x="983615" y="1484630"/>
            <a:ext cx="4486275" cy="706755"/>
          </a:xfrm>
          <a:prstGeom prst="rect">
            <a:avLst/>
          </a:prstGeom>
          <a:noFill/>
        </p:spPr>
        <p:txBody>
          <a:bodyPr wrap="square" rtlCol="0">
            <a:spAutoFit/>
          </a:bodyPr>
          <a:p>
            <a:r>
              <a:rPr lang="en-US" sz="2000">
                <a:latin typeface="Times New Roman" panose="02020603050405020304" charset="0"/>
                <a:cs typeface="Times New Roman" panose="02020603050405020304" charset="0"/>
                <a:sym typeface="+mn-ea"/>
              </a:rPr>
              <a:t>1.DonViTinh(</a:t>
            </a:r>
            <a:r>
              <a:rPr lang="en-US" sz="2000" u="sng">
                <a:latin typeface="Times New Roman" panose="02020603050405020304" charset="0"/>
                <a:cs typeface="Times New Roman" panose="02020603050405020304" charset="0"/>
                <a:sym typeface="+mn-ea"/>
              </a:rPr>
              <a:t>MaDVT</a:t>
            </a:r>
            <a:r>
              <a:rPr lang="en-US" sz="2000">
                <a:latin typeface="Times New Roman" panose="02020603050405020304" charset="0"/>
                <a:cs typeface="Times New Roman" panose="02020603050405020304" charset="0"/>
                <a:sym typeface="+mn-ea"/>
              </a:rPr>
              <a:t>, TenDVT)</a:t>
            </a:r>
            <a:endParaRPr lang="en-US" sz="2000">
              <a:latin typeface="Times New Roman" panose="02020603050405020304" charset="0"/>
              <a:cs typeface="Times New Roman" panose="02020603050405020304" charset="0"/>
            </a:endParaRPr>
          </a:p>
          <a:p>
            <a:endParaRPr lang="en-US" sz="2000">
              <a:latin typeface="Times New Roman" panose="02020603050405020304" charset="0"/>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26" name="Shape 326"/>
        <p:cNvGrpSpPr/>
        <p:nvPr/>
      </p:nvGrpSpPr>
      <p:grpSpPr>
        <a:xfrm>
          <a:off x="0" y="0"/>
          <a:ext cx="0" cy="0"/>
          <a:chOff x="0" y="0"/>
          <a:chExt cx="0" cy="0"/>
        </a:xfrm>
      </p:grpSpPr>
      <p:sp>
        <p:nvSpPr>
          <p:cNvPr id="327" name="Google Shape;327;p24"/>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III.2. Tạo các bảng dữ liệu (tt)</a:t>
            </a:r>
            <a:endParaRPr lang="en-US"/>
          </a:p>
        </p:txBody>
      </p:sp>
      <p:sp>
        <p:nvSpPr>
          <p:cNvPr id="329" name="Google Shape;329;p24"/>
          <p:cNvSpPr/>
          <p:nvPr/>
        </p:nvSpPr>
        <p:spPr>
          <a:xfrm>
            <a:off x="662305" y="1523365"/>
            <a:ext cx="10840085" cy="4044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a:latin typeface="Times New Roman" panose="02020603050405020304" charset="0"/>
                <a:cs typeface="Times New Roman" panose="02020603050405020304" charset="0"/>
                <a:sym typeface="+mn-ea"/>
              </a:rPr>
              <a:t>2. NhomSP(</a:t>
            </a:r>
            <a:r>
              <a:rPr lang="en-US" sz="1800" u="sng">
                <a:latin typeface="Times New Roman" panose="02020603050405020304" charset="0"/>
                <a:cs typeface="Times New Roman" panose="02020603050405020304" charset="0"/>
                <a:sym typeface="+mn-ea"/>
              </a:rPr>
              <a:t>MaNSP</a:t>
            </a:r>
            <a:r>
              <a:rPr lang="en-US" sz="1800">
                <a:latin typeface="Times New Roman" panose="02020603050405020304" charset="0"/>
                <a:cs typeface="Times New Roman" panose="02020603050405020304" charset="0"/>
                <a:sym typeface="+mn-ea"/>
              </a:rPr>
              <a:t>, TenNSP)</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 name="Picture 3" descr="Screenshot 2026-09-18 181311"/>
          <p:cNvPicPr>
            <a:picLocks noChangeAspect="1"/>
          </p:cNvPicPr>
          <p:nvPr/>
        </p:nvPicPr>
        <p:blipFill>
          <a:blip r:embed="rId1"/>
          <a:stretch>
            <a:fillRect/>
          </a:stretch>
        </p:blipFill>
        <p:spPr>
          <a:xfrm>
            <a:off x="1127760" y="2277110"/>
            <a:ext cx="8835390" cy="11493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33" name="Shape 333"/>
        <p:cNvGrpSpPr/>
        <p:nvPr/>
      </p:nvGrpSpPr>
      <p:grpSpPr>
        <a:xfrm>
          <a:off x="0" y="0"/>
          <a:ext cx="0" cy="0"/>
          <a:chOff x="0" y="0"/>
          <a:chExt cx="0" cy="0"/>
        </a:xfrm>
      </p:grpSpPr>
      <p:sp>
        <p:nvSpPr>
          <p:cNvPr id="334" name="Google Shape;334;p25"/>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III.2. Tạo các bảng dữ liệu (tt)</a:t>
            </a:r>
            <a:endParaRPr lang="en-US"/>
          </a:p>
        </p:txBody>
      </p:sp>
      <p:sp>
        <p:nvSpPr>
          <p:cNvPr id="336" name="Google Shape;336;p25"/>
          <p:cNvSpPr/>
          <p:nvPr/>
        </p:nvSpPr>
        <p:spPr>
          <a:xfrm>
            <a:off x="662608" y="1482769"/>
            <a:ext cx="10740497" cy="6438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3. LoaiSP(</a:t>
            </a:r>
            <a:r>
              <a:rPr lang="en-US" sz="1800" u="sng">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MaLSP,</a:t>
            </a:r>
            <a:r>
              <a:rPr lang="en-US" sz="18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TenLSP,</a:t>
            </a:r>
            <a:r>
              <a:rPr lang="en-US" sz="1800" u="sng">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MaNSP</a:t>
            </a:r>
            <a:r>
              <a:rPr lang="en-US" sz="18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endParaRPr sz="1800" b="0" i="0" u="none" strike="noStrike" cap="none">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pic>
        <p:nvPicPr>
          <p:cNvPr id="2" name="Picture 1" descr="Screenshot 2026-09-18 180904"/>
          <p:cNvPicPr>
            <a:picLocks noChangeAspect="1"/>
          </p:cNvPicPr>
          <p:nvPr/>
        </p:nvPicPr>
        <p:blipFill>
          <a:blip r:embed="rId1"/>
          <a:stretch>
            <a:fillRect/>
          </a:stretch>
        </p:blipFill>
        <p:spPr>
          <a:xfrm>
            <a:off x="1199515" y="2061210"/>
            <a:ext cx="7910195" cy="141033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40" name="Shape 340"/>
        <p:cNvGrpSpPr/>
        <p:nvPr/>
      </p:nvGrpSpPr>
      <p:grpSpPr>
        <a:xfrm>
          <a:off x="0" y="0"/>
          <a:ext cx="0" cy="0"/>
          <a:chOff x="0" y="0"/>
          <a:chExt cx="0" cy="0"/>
        </a:xfrm>
      </p:grpSpPr>
      <p:sp>
        <p:nvSpPr>
          <p:cNvPr id="341" name="Google Shape;341;p26"/>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III.2. Tạo các bảng dữ liệu (tt)</a:t>
            </a:r>
            <a:endParaRPr lang="en-US"/>
          </a:p>
        </p:txBody>
      </p:sp>
      <p:sp>
        <p:nvSpPr>
          <p:cNvPr id="343" name="Google Shape;343;p26"/>
          <p:cNvSpPr/>
          <p:nvPr/>
        </p:nvSpPr>
        <p:spPr>
          <a:xfrm>
            <a:off x="662609" y="1478740"/>
            <a:ext cx="10821904" cy="3359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600">
                <a:solidFill>
                  <a:srgbClr val="26262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4.</a:t>
            </a:r>
            <a:r>
              <a:rPr lang="en-US" sz="1600">
                <a:latin typeface="Times New Roman" panose="02020603050405020304" charset="0"/>
                <a:cs typeface="Times New Roman" panose="02020603050405020304" charset="0"/>
                <a:sym typeface="+mn-ea"/>
              </a:rPr>
              <a:t>SanPham(</a:t>
            </a:r>
            <a:r>
              <a:rPr lang="en-US" sz="1600" u="sng">
                <a:latin typeface="Times New Roman" panose="02020603050405020304" charset="0"/>
                <a:cs typeface="Times New Roman" panose="02020603050405020304" charset="0"/>
                <a:sym typeface="+mn-ea"/>
              </a:rPr>
              <a:t>MaSP</a:t>
            </a:r>
            <a:r>
              <a:rPr lang="en-US" sz="1600">
                <a:latin typeface="Times New Roman" panose="02020603050405020304" charset="0"/>
                <a:cs typeface="Times New Roman" panose="02020603050405020304" charset="0"/>
                <a:sym typeface="+mn-ea"/>
              </a:rPr>
              <a:t>, TenSP, MoTaTT, ThongTinCT, DonGia, AnhMH,</a:t>
            </a:r>
            <a:r>
              <a:rPr lang="en-US" sz="1600" u="sng">
                <a:latin typeface="Times New Roman" panose="02020603050405020304" charset="0"/>
                <a:cs typeface="Times New Roman" panose="02020603050405020304" charset="0"/>
                <a:sym typeface="+mn-ea"/>
              </a:rPr>
              <a:t>MaLSP</a:t>
            </a:r>
            <a:r>
              <a:rPr lang="en-US" sz="1600">
                <a:latin typeface="Times New Roman" panose="02020603050405020304" charset="0"/>
                <a:cs typeface="Times New Roman" panose="02020603050405020304" charset="0"/>
                <a:sym typeface="+mn-ea"/>
              </a:rPr>
              <a:t>,</a:t>
            </a:r>
            <a:r>
              <a:rPr lang="en-US" sz="1600" u="sng">
                <a:latin typeface="Times New Roman" panose="02020603050405020304" charset="0"/>
                <a:cs typeface="Times New Roman" panose="02020603050405020304" charset="0"/>
                <a:sym typeface="+mn-ea"/>
              </a:rPr>
              <a:t>MaDVT</a:t>
            </a:r>
            <a:r>
              <a:rPr lang="en-US" sz="1600">
                <a:latin typeface="Times New Roman" panose="02020603050405020304" charset="0"/>
                <a:cs typeface="Times New Roman" panose="02020603050405020304" charset="0"/>
                <a:sym typeface="+mn-ea"/>
              </a:rPr>
              <a:t>)</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 name="Picture 1" descr="Screenshot 2026-09-18 180918"/>
          <p:cNvPicPr>
            <a:picLocks noChangeAspect="1"/>
          </p:cNvPicPr>
          <p:nvPr/>
        </p:nvPicPr>
        <p:blipFill>
          <a:blip r:embed="rId1"/>
          <a:stretch>
            <a:fillRect/>
          </a:stretch>
        </p:blipFill>
        <p:spPr>
          <a:xfrm>
            <a:off x="1127760" y="1917065"/>
            <a:ext cx="6607810" cy="263461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47" name="Shape 347"/>
        <p:cNvGrpSpPr/>
        <p:nvPr/>
      </p:nvGrpSpPr>
      <p:grpSpPr>
        <a:xfrm>
          <a:off x="0" y="0"/>
          <a:ext cx="0" cy="0"/>
          <a:chOff x="0" y="0"/>
          <a:chExt cx="0" cy="0"/>
        </a:xfrm>
      </p:grpSpPr>
      <p:sp>
        <p:nvSpPr>
          <p:cNvPr id="348" name="Google Shape;348;p27"/>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262626"/>
              </a:buClr>
              <a:buSzPts val="3600"/>
              <a:buFont typeface="Times New Roman" panose="02020603050405020304" charset="0"/>
              <a:buNone/>
            </a:pPr>
            <a:r>
              <a:rPr lang="en-US" sz="3600"/>
              <a:t>III.3. Tạo Mối kết hợp giữa các bảng (Database Diagrams)</a:t>
            </a:r>
            <a:endParaRPr lang="en-US" sz="3600"/>
          </a:p>
        </p:txBody>
      </p:sp>
      <p:pic>
        <p:nvPicPr>
          <p:cNvPr id="2" name="Picture 1" descr="Screenshot 2026-09-18 181614"/>
          <p:cNvPicPr>
            <a:picLocks noChangeAspect="1"/>
          </p:cNvPicPr>
          <p:nvPr/>
        </p:nvPicPr>
        <p:blipFill>
          <a:blip r:embed="rId1"/>
          <a:stretch>
            <a:fillRect/>
          </a:stretch>
        </p:blipFill>
        <p:spPr>
          <a:xfrm>
            <a:off x="1919605" y="1701165"/>
            <a:ext cx="8656320" cy="43205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53" name="Shape 353"/>
        <p:cNvGrpSpPr/>
        <p:nvPr/>
      </p:nvGrpSpPr>
      <p:grpSpPr>
        <a:xfrm>
          <a:off x="0" y="0"/>
          <a:ext cx="0" cy="0"/>
          <a:chOff x="0" y="0"/>
          <a:chExt cx="0" cy="0"/>
        </a:xfrm>
      </p:grpSpPr>
      <p:sp>
        <p:nvSpPr>
          <p:cNvPr id="354" name="Google Shape;354;p28"/>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III.4. Tạo các thủ tục lưu trữ SQL </a:t>
            </a:r>
            <a:endParaRPr lang="en-US"/>
          </a:p>
        </p:txBody>
      </p:sp>
      <p:sp>
        <p:nvSpPr>
          <p:cNvPr id="355" name="Google Shape;355;p28"/>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760"/>
              <a:buNone/>
            </a:pPr>
            <a:r>
              <a:rPr lang="en-US"/>
              <a:t>Mỗi bảng dữ liệu đã tạo ít nhất 5 thủ tục lưu trữ, thực hiện các chức năng: hiển thị danh sách, xem thông tin chi tiết, thêm, xóa, sửa từng dòng dữ liệu.</a:t>
            </a:r>
            <a:endParaRPr lang="en-US"/>
          </a:p>
          <a:p>
            <a:pPr marL="0" lvl="0" indent="0" algn="l" rtl="0">
              <a:lnSpc>
                <a:spcPct val="100000"/>
              </a:lnSpc>
              <a:spcBef>
                <a:spcPts val="1080"/>
              </a:spcBef>
              <a:spcAft>
                <a:spcPts val="0"/>
              </a:spcAft>
              <a:buSzPts val="2760"/>
              <a:buNone/>
            </a:pPr>
            <a:r>
              <a:rPr lang="en-US"/>
              <a:t>Ví dụ với bảng DonViTinh, đã tạo: </a:t>
            </a:r>
            <a:endParaRPr lang="en-US"/>
          </a:p>
          <a:p>
            <a:pPr marL="742950" lvl="1" indent="-285750" algn="l" rtl="0">
              <a:lnSpc>
                <a:spcPct val="100000"/>
              </a:lnSpc>
              <a:spcBef>
                <a:spcPts val="1000"/>
              </a:spcBef>
              <a:spcAft>
                <a:spcPts val="0"/>
              </a:spcAft>
              <a:buSzPts val="2300"/>
              <a:buChar char="•"/>
            </a:pPr>
            <a:r>
              <a:rPr lang="en-US"/>
              <a:t>DonViTinh_Them</a:t>
            </a:r>
            <a:endParaRPr lang="en-US"/>
          </a:p>
          <a:p>
            <a:pPr marL="742950" lvl="1" indent="-285750" algn="l" rtl="0">
              <a:lnSpc>
                <a:spcPct val="100000"/>
              </a:lnSpc>
              <a:spcBef>
                <a:spcPts val="1000"/>
              </a:spcBef>
              <a:spcAft>
                <a:spcPts val="0"/>
              </a:spcAft>
              <a:buSzPts val="2300"/>
              <a:buChar char="•"/>
            </a:pPr>
            <a:r>
              <a:rPr lang="en-US"/>
              <a:t>DonViTinh_Sua</a:t>
            </a:r>
            <a:endParaRPr lang="en-US"/>
          </a:p>
          <a:p>
            <a:pPr marL="742950" lvl="1" indent="-285750" algn="l" rtl="0">
              <a:lnSpc>
                <a:spcPct val="100000"/>
              </a:lnSpc>
              <a:spcBef>
                <a:spcPts val="1000"/>
              </a:spcBef>
              <a:spcAft>
                <a:spcPts val="0"/>
              </a:spcAft>
              <a:buSzPts val="2300"/>
              <a:buChar char="•"/>
            </a:pPr>
            <a:r>
              <a:rPr lang="en-US"/>
              <a:t>DonViTinh_Xoa</a:t>
            </a:r>
            <a:endParaRPr lang="en-US"/>
          </a:p>
          <a:p>
            <a:pPr marL="742950" lvl="1" indent="-285750" algn="l" rtl="0">
              <a:lnSpc>
                <a:spcPct val="100000"/>
              </a:lnSpc>
              <a:spcBef>
                <a:spcPts val="1000"/>
              </a:spcBef>
              <a:spcAft>
                <a:spcPts val="0"/>
              </a:spcAft>
              <a:buSzPts val="2300"/>
              <a:buChar char="•"/>
            </a:pPr>
            <a:r>
              <a:rPr lang="en-US"/>
              <a:t>DonViTinh_DS</a:t>
            </a:r>
            <a:endParaRPr lang="en-US"/>
          </a:p>
          <a:p>
            <a:pPr marL="742950" lvl="1" indent="-285750" algn="l" rtl="0">
              <a:lnSpc>
                <a:spcPct val="100000"/>
              </a:lnSpc>
              <a:spcBef>
                <a:spcPts val="1000"/>
              </a:spcBef>
              <a:spcAft>
                <a:spcPts val="0"/>
              </a:spcAft>
              <a:buSzPts val="2300"/>
              <a:buChar char="•"/>
            </a:pPr>
            <a:r>
              <a:rPr lang="en-US"/>
              <a:t>DonViTinh_CT</a:t>
            </a:r>
            <a:endParaRPr lang="en-US"/>
          </a:p>
          <a:p>
            <a:pPr marL="0" lvl="0" indent="0" algn="l" rtl="0">
              <a:lnSpc>
                <a:spcPct val="100000"/>
              </a:lnSpc>
              <a:spcBef>
                <a:spcPts val="1080"/>
              </a:spcBef>
              <a:spcAft>
                <a:spcPts val="0"/>
              </a:spcAft>
              <a:buSzPts val="2760"/>
              <a:buNone/>
            </a:pPr>
            <a:r>
              <a:rPr lang="en-US"/>
              <a:t>Riêng bảng LoaiSP có thêm LoaiSP_Theo_NhomSP, bảng SanPham có thêm SanPham_Theo_LoaiSP, SanPham_Theo_DonViTinh</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59" name="Shape 359"/>
        <p:cNvGrpSpPr/>
        <p:nvPr/>
      </p:nvGrpSpPr>
      <p:grpSpPr>
        <a:xfrm>
          <a:off x="0" y="0"/>
          <a:ext cx="0" cy="0"/>
          <a:chOff x="0" y="0"/>
          <a:chExt cx="0" cy="0"/>
        </a:xfrm>
      </p:grpSpPr>
      <p:sp>
        <p:nvSpPr>
          <p:cNvPr id="360" name="Google Shape;360;p29"/>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IV. CÀI ĐẶT ỨNG DỤNG WEB</a:t>
            </a:r>
            <a:endParaRPr lang="en-US"/>
          </a:p>
        </p:txBody>
      </p:sp>
      <p:sp>
        <p:nvSpPr>
          <p:cNvPr id="361" name="Google Shape;361;p29"/>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00000"/>
              </a:lnSpc>
              <a:spcBef>
                <a:spcPts val="0"/>
              </a:spcBef>
              <a:spcAft>
                <a:spcPts val="0"/>
              </a:spcAft>
              <a:buSzPct val="135000"/>
              <a:buNone/>
            </a:pPr>
            <a:r>
              <a:rPr lang="en-US"/>
              <a:t>IV.1. Trong MS Visual Studio, tạo mới ứng dụng web: C# ASP.NET Core Web App (Model-View-Controller), lưu trong thư mục WebApp đã tạo trước đó.</a:t>
            </a:r>
            <a:endParaRPr lang="en-US"/>
          </a:p>
          <a:p>
            <a:pPr marL="0" lvl="0" indent="0" algn="l" rtl="0">
              <a:lnSpc>
                <a:spcPct val="100000"/>
              </a:lnSpc>
              <a:spcBef>
                <a:spcPts val="1080"/>
              </a:spcBef>
              <a:spcAft>
                <a:spcPts val="0"/>
              </a:spcAft>
              <a:buSzPct val="135000"/>
              <a:buNone/>
            </a:pPr>
            <a:r>
              <a:rPr lang="en-US"/>
              <a:t>IV.2. Trong thư mục Models của ứng dụng, tạo các lớp xử lý với tên lớp, tên các thuộc tính và kiểu dữ liệu tương thích với tên, các thuộc tính và kiểu dữ liệu các bảng trong mô hình dữ liệu ở mức vật lý.</a:t>
            </a:r>
            <a:endParaRPr lang="en-US"/>
          </a:p>
          <a:p>
            <a:pPr marL="0" lvl="0" indent="0" algn="l" rtl="0">
              <a:lnSpc>
                <a:spcPct val="100000"/>
              </a:lnSpc>
              <a:spcBef>
                <a:spcPts val="1080"/>
              </a:spcBef>
              <a:spcAft>
                <a:spcPts val="0"/>
              </a:spcAft>
              <a:buSzPct val="135000"/>
              <a:buNone/>
            </a:pPr>
            <a:r>
              <a:rPr lang="en-US"/>
              <a:t>IV.3. Trong thư mục </a:t>
            </a:r>
            <a:r>
              <a:rPr lang="en-US"/>
              <a:t>WebApp</a:t>
            </a:r>
            <a:r>
              <a:rPr lang="en-US"/>
              <a:t>, tạo thư mục Data (nếu chưa có), trong thư mục Data, tạo file AppDbContext.cs trong đó tạo lớp AppDbContext kế thừa từ DbContext, xây dựng các chức năng cho phép người dung gọi và thực hiện trên tất cả các bảng, các thao tác: lấy dữ liệu từ CSDL để hiển thị lên trang web; cập nhật dữ liệu từ trang web và lưu vào CSDL.</a:t>
            </a:r>
            <a:endParaRPr lang="en-US"/>
          </a:p>
          <a:p>
            <a:pPr marL="0" lvl="0" indent="0" algn="l" rtl="0">
              <a:lnSpc>
                <a:spcPct val="100000"/>
              </a:lnSpc>
              <a:spcBef>
                <a:spcPts val="1080"/>
              </a:spcBef>
              <a:spcAft>
                <a:spcPts val="0"/>
              </a:spcAft>
              <a:buSzPct val="135000"/>
              <a:buNone/>
            </a:pPr>
            <a:r>
              <a:rPr lang="en-US"/>
              <a:t>IV.4. Trong thư mục Controllers, tạo các Controller tương ứng các lớp trong Models. </a:t>
            </a:r>
            <a:endParaRPr lang="en-US"/>
          </a:p>
          <a:p>
            <a:pPr marL="0" lvl="0" indent="0" algn="l" rtl="0">
              <a:lnSpc>
                <a:spcPct val="100000"/>
              </a:lnSpc>
              <a:spcBef>
                <a:spcPts val="1080"/>
              </a:spcBef>
              <a:spcAft>
                <a:spcPts val="0"/>
              </a:spcAft>
              <a:buSzPct val="135000"/>
              <a:buNone/>
            </a:pPr>
            <a:r>
              <a:rPr lang="en-US"/>
              <a:t>IV.5. Trong thư mục Views, tạo các trang web thực hiện các chức năng: hiển thị danh sách, xem thông tin chi tiết, thêm, xóa, sửa từng dòng dữ liệu tương ứng với các bảng dữ liệu và các chức năng cơ bản khác.</a:t>
            </a:r>
            <a:endParaRPr lang="en-US"/>
          </a:p>
          <a:p>
            <a:pPr marL="0" lvl="0" indent="0" algn="l" rtl="0">
              <a:lnSpc>
                <a:spcPct val="100000"/>
              </a:lnSpc>
              <a:spcBef>
                <a:spcPts val="1080"/>
              </a:spcBef>
              <a:spcAft>
                <a:spcPts val="0"/>
              </a:spcAft>
              <a:buSzPct val="135000"/>
              <a:buNone/>
            </a:pPr>
            <a:r>
              <a:rPr lang="en-US"/>
              <a:t>IV.6. Một số trang giao diện minh họa</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65" name="Shape 365"/>
        <p:cNvGrpSpPr/>
        <p:nvPr/>
      </p:nvGrpSpPr>
      <p:grpSpPr>
        <a:xfrm>
          <a:off x="0" y="0"/>
          <a:ext cx="0" cy="0"/>
          <a:chOff x="0" y="0"/>
          <a:chExt cx="0" cy="0"/>
        </a:xfrm>
      </p:grpSpPr>
      <p:sp>
        <p:nvSpPr>
          <p:cNvPr id="366" name="Google Shape;366;p39"/>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Giao diện thiết kế trang DonViTinh-&gt;Index.cshtml</a:t>
            </a:r>
            <a:endParaRPr lang="en-US"/>
          </a:p>
        </p:txBody>
      </p:sp>
      <p:pic>
        <p:nvPicPr>
          <p:cNvPr id="367" name="Google Shape;367;p39"/>
          <p:cNvPicPr preferRelativeResize="0"/>
          <p:nvPr/>
        </p:nvPicPr>
        <p:blipFill>
          <a:blip r:embed="rId1"/>
          <a:stretch>
            <a:fillRect/>
          </a:stretch>
        </p:blipFill>
        <p:spPr>
          <a:xfrm>
            <a:off x="1012675" y="1567129"/>
            <a:ext cx="10166650" cy="4223750"/>
          </a:xfrm>
          <a:prstGeom prst="rect">
            <a:avLst/>
          </a:prstGeom>
          <a:noFill/>
          <a:ln>
            <a:noFill/>
          </a:ln>
        </p:spPr>
      </p:pic>
      <p:pic>
        <p:nvPicPr>
          <p:cNvPr id="2" name="Picture 1" descr="Screenshot 2026-09-23 152638"/>
          <p:cNvPicPr>
            <a:picLocks noChangeAspect="1"/>
          </p:cNvPicPr>
          <p:nvPr/>
        </p:nvPicPr>
        <p:blipFill>
          <a:blip r:embed="rId2"/>
          <a:stretch>
            <a:fillRect/>
          </a:stretch>
        </p:blipFill>
        <p:spPr>
          <a:xfrm>
            <a:off x="983615" y="1629410"/>
            <a:ext cx="10039985" cy="4707890"/>
          </a:xfrm>
          <a:prstGeom prst="rect">
            <a:avLst/>
          </a:prstGeom>
        </p:spPr>
      </p:pic>
      <p:pic>
        <p:nvPicPr>
          <p:cNvPr id="3" name="Picture 2" descr="Screenshot 2026-09-25 121656"/>
          <p:cNvPicPr>
            <a:picLocks noChangeAspect="1"/>
          </p:cNvPicPr>
          <p:nvPr/>
        </p:nvPicPr>
        <p:blipFill>
          <a:blip r:embed="rId3"/>
          <a:stretch>
            <a:fillRect/>
          </a:stretch>
        </p:blipFill>
        <p:spPr>
          <a:xfrm>
            <a:off x="911860" y="1567180"/>
            <a:ext cx="10194290" cy="462661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US"/>
              <a:t>PROC DonViTinh_DS</a:t>
            </a:r>
            <a:endParaRPr lang="en-US"/>
          </a:p>
        </p:txBody>
      </p:sp>
      <p:sp>
        <p:nvSpPr>
          <p:cNvPr id="3" name="Text Placeholder 2"/>
          <p:cNvSpPr/>
          <p:nvPr>
            <p:ph type="body" idx="1"/>
          </p:nvPr>
        </p:nvSpPr>
        <p:spPr/>
        <p:txBody>
          <a:bodyPr/>
          <a:p>
            <a:endParaRPr lang="en-US"/>
          </a:p>
        </p:txBody>
      </p:sp>
      <p:pic>
        <p:nvPicPr>
          <p:cNvPr id="4" name="Picture 3" descr="Screenshot 2026-09-25 120508"/>
          <p:cNvPicPr>
            <a:picLocks noChangeAspect="1"/>
          </p:cNvPicPr>
          <p:nvPr/>
        </p:nvPicPr>
        <p:blipFill>
          <a:blip r:embed="rId1"/>
          <a:stretch>
            <a:fillRect/>
          </a:stretch>
        </p:blipFill>
        <p:spPr>
          <a:xfrm>
            <a:off x="1209040" y="1640840"/>
            <a:ext cx="9161145" cy="42862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US">
                <a:sym typeface="+mn-ea"/>
              </a:rPr>
              <a:t>Giao diện thiết kế trang DonViTinh-&gt;Create.cshtml</a:t>
            </a:r>
            <a:endParaRPr lang="en-US"/>
          </a:p>
        </p:txBody>
      </p:sp>
      <p:sp>
        <p:nvSpPr>
          <p:cNvPr id="3" name="Text Placeholder 2"/>
          <p:cNvSpPr/>
          <p:nvPr>
            <p:ph type="body" idx="1"/>
          </p:nvPr>
        </p:nvSpPr>
        <p:spPr/>
        <p:txBody>
          <a:bodyPr/>
          <a:p>
            <a:endParaRPr lang="en-US"/>
          </a:p>
        </p:txBody>
      </p:sp>
      <p:pic>
        <p:nvPicPr>
          <p:cNvPr id="4" name="Picture 3" descr="Screenshot 2026-09-25 133423"/>
          <p:cNvPicPr>
            <a:picLocks noChangeAspect="1"/>
          </p:cNvPicPr>
          <p:nvPr/>
        </p:nvPicPr>
        <p:blipFill>
          <a:blip r:embed="rId1"/>
          <a:stretch>
            <a:fillRect/>
          </a:stretch>
        </p:blipFill>
        <p:spPr>
          <a:xfrm>
            <a:off x="839470" y="1484630"/>
            <a:ext cx="4920615" cy="4582795"/>
          </a:xfrm>
          <a:prstGeom prst="rect">
            <a:avLst/>
          </a:prstGeom>
        </p:spPr>
      </p:pic>
      <p:pic>
        <p:nvPicPr>
          <p:cNvPr id="5" name="Picture 4" descr="Screenshot 2026-09-25 133431"/>
          <p:cNvPicPr>
            <a:picLocks noChangeAspect="1"/>
          </p:cNvPicPr>
          <p:nvPr/>
        </p:nvPicPr>
        <p:blipFill>
          <a:blip r:embed="rId2"/>
          <a:stretch>
            <a:fillRect/>
          </a:stretch>
        </p:blipFill>
        <p:spPr>
          <a:xfrm>
            <a:off x="6312535" y="1521460"/>
            <a:ext cx="5353050" cy="455866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US">
                <a:sym typeface="+mn-ea"/>
              </a:rPr>
              <a:t>PROC DonViTinh_Them</a:t>
            </a:r>
            <a:endParaRPr lang="en-US"/>
          </a:p>
        </p:txBody>
      </p:sp>
      <p:sp>
        <p:nvSpPr>
          <p:cNvPr id="3" name="Text Placeholder 2"/>
          <p:cNvSpPr/>
          <p:nvPr>
            <p:ph type="body" idx="1"/>
          </p:nvPr>
        </p:nvSpPr>
        <p:spPr/>
        <p:txBody>
          <a:bodyPr/>
          <a:p>
            <a:endParaRPr lang="en-US"/>
          </a:p>
        </p:txBody>
      </p:sp>
      <p:pic>
        <p:nvPicPr>
          <p:cNvPr id="4" name="Picture 3" descr="Screenshot 2026-09-25 123328"/>
          <p:cNvPicPr>
            <a:picLocks noChangeAspect="1"/>
          </p:cNvPicPr>
          <p:nvPr/>
        </p:nvPicPr>
        <p:blipFill>
          <a:blip r:embed="rId1"/>
          <a:stretch>
            <a:fillRect/>
          </a:stretch>
        </p:blipFill>
        <p:spPr>
          <a:xfrm>
            <a:off x="479425" y="1341120"/>
            <a:ext cx="11042015" cy="48621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US">
                <a:sym typeface="+mn-ea"/>
              </a:rPr>
              <a:t>Giao diện thiết kế trang DonViTinh-&gt;Edit.cshtml</a:t>
            </a:r>
            <a:endParaRPr lang="en-US"/>
          </a:p>
        </p:txBody>
      </p:sp>
      <p:sp>
        <p:nvSpPr>
          <p:cNvPr id="3" name="Text Placeholder 2"/>
          <p:cNvSpPr/>
          <p:nvPr>
            <p:ph type="body" idx="1"/>
          </p:nvPr>
        </p:nvSpPr>
        <p:spPr/>
        <p:txBody>
          <a:bodyPr/>
          <a:p>
            <a:endParaRPr lang="en-US"/>
          </a:p>
        </p:txBody>
      </p:sp>
      <p:pic>
        <p:nvPicPr>
          <p:cNvPr id="4" name="Picture 3" descr="Screenshot 2026-09-26 103255"/>
          <p:cNvPicPr>
            <a:picLocks noChangeAspect="1"/>
          </p:cNvPicPr>
          <p:nvPr/>
        </p:nvPicPr>
        <p:blipFill>
          <a:blip r:embed="rId1"/>
          <a:stretch>
            <a:fillRect/>
          </a:stretch>
        </p:blipFill>
        <p:spPr>
          <a:xfrm>
            <a:off x="839470" y="1327785"/>
            <a:ext cx="10285095" cy="49580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US">
                <a:sym typeface="+mn-ea"/>
              </a:rPr>
              <a:t>PROC DonViTinh_Sua</a:t>
            </a:r>
            <a:endParaRPr lang="en-US"/>
          </a:p>
        </p:txBody>
      </p:sp>
      <p:sp>
        <p:nvSpPr>
          <p:cNvPr id="3" name="Text Placeholder 2"/>
          <p:cNvSpPr/>
          <p:nvPr>
            <p:ph type="body" idx="1"/>
          </p:nvPr>
        </p:nvSpPr>
        <p:spPr/>
        <p:txBody>
          <a:bodyPr/>
          <a:p>
            <a:endParaRPr lang="en-US"/>
          </a:p>
        </p:txBody>
      </p:sp>
      <p:pic>
        <p:nvPicPr>
          <p:cNvPr id="4" name="Picture 3" descr="Screenshot 2026-09-25 134229"/>
          <p:cNvPicPr>
            <a:picLocks noChangeAspect="1"/>
          </p:cNvPicPr>
          <p:nvPr/>
        </p:nvPicPr>
        <p:blipFill>
          <a:blip r:embed="rId1"/>
          <a:stretch>
            <a:fillRect/>
          </a:stretch>
        </p:blipFill>
        <p:spPr>
          <a:xfrm>
            <a:off x="688340" y="1398270"/>
            <a:ext cx="10682605" cy="49034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395" name="Shape 395"/>
        <p:cNvGrpSpPr/>
        <p:nvPr/>
      </p:nvGrpSpPr>
      <p:grpSpPr>
        <a:xfrm>
          <a:off x="0" y="0"/>
          <a:ext cx="0" cy="0"/>
          <a:chOff x="0" y="0"/>
          <a:chExt cx="0" cy="0"/>
        </a:xfrm>
      </p:grpSpPr>
      <p:sp>
        <p:nvSpPr>
          <p:cNvPr id="396" name="Google Shape;396;p44"/>
          <p:cNvSpPr txBox="1"/>
          <p:nvPr>
            <p:ph type="title"/>
          </p:nvPr>
        </p:nvSpPr>
        <p:spPr>
          <a:xfrm>
            <a:off x="662609" y="690588"/>
            <a:ext cx="10840277" cy="60812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262626"/>
              </a:buClr>
              <a:buSzPct val="100000"/>
              <a:buFont typeface="Times New Roman" panose="02020603050405020304" charset="0"/>
              <a:buNone/>
            </a:pPr>
            <a:r>
              <a:rPr lang="en-US"/>
              <a:t>IV.4. Một số trang giao diện minh họa</a:t>
            </a:r>
            <a:endParaRPr lang="en-US"/>
          </a:p>
        </p:txBody>
      </p:sp>
      <p:sp>
        <p:nvSpPr>
          <p:cNvPr id="397" name="Google Shape;397;p44"/>
          <p:cNvSpPr txBox="1"/>
          <p:nvPr>
            <p:ph type="body" idx="1"/>
          </p:nvPr>
        </p:nvSpPr>
        <p:spPr>
          <a:xfrm>
            <a:off x="874643" y="1484243"/>
            <a:ext cx="10495722" cy="4391625"/>
          </a:xfrm>
          <a:prstGeom prst="rect">
            <a:avLst/>
          </a:prstGeom>
          <a:noFill/>
          <a:ln>
            <a:noFill/>
          </a:ln>
        </p:spPr>
        <p:txBody>
          <a:bodyPr spcFirstLastPara="1" wrap="square" lIns="91425" tIns="45700" rIns="91425" bIns="45700" anchor="t" anchorCtr="0">
            <a:normAutofit/>
          </a:bodyPr>
          <a:lstStyle/>
          <a:p>
            <a:pPr marL="285750" lvl="0" indent="-285750" algn="l" rtl="0">
              <a:lnSpc>
                <a:spcPct val="100000"/>
              </a:lnSpc>
              <a:spcBef>
                <a:spcPts val="0"/>
              </a:spcBef>
              <a:spcAft>
                <a:spcPts val="0"/>
              </a:spcAft>
              <a:buSzPts val="2760"/>
              <a:buChar char="•"/>
            </a:pPr>
            <a:r>
              <a:rPr lang="en-US"/>
              <a:t>Tự bổ sung từ kết quả thực hành nhé</a:t>
            </a:r>
            <a:endParaRPr lang="en-US"/>
          </a:p>
        </p:txBody>
      </p:sp>
    </p:spTree>
  </p:cSld>
  <p:clrMapOvr>
    <a:masterClrMapping/>
  </p:clrMapOvr>
</p:sld>
</file>

<file path=ppt/theme/theme1.xml><?xml version="1.0" encoding="utf-8"?>
<a:theme xmlns:a="http://schemas.openxmlformats.org/drawingml/2006/main"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7343</Words>
  <Application>WPS Presentation</Application>
  <PresentationFormat/>
  <Paragraphs>503</Paragraphs>
  <Slides>35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35</vt:i4>
      </vt:variant>
    </vt:vector>
  </HeadingPairs>
  <TitlesOfParts>
    <vt:vector size="46" baseType="lpstr">
      <vt:lpstr>Arial</vt:lpstr>
      <vt:lpstr>SimSun</vt:lpstr>
      <vt:lpstr>Wingdings</vt:lpstr>
      <vt:lpstr>Arial</vt:lpstr>
      <vt:lpstr>Garamond</vt:lpstr>
      <vt:lpstr>Times New Roman</vt:lpstr>
      <vt:lpstr>Microsoft YaHei</vt:lpstr>
      <vt:lpstr>Arial Unicode MS</vt:lpstr>
      <vt:lpstr>Wingdings 2</vt:lpstr>
      <vt:lpstr>Gill Sans</vt:lpstr>
      <vt:lpstr>Organic</vt:lpstr>
      <vt:lpstr>BÀI TẬP THỰC HÀNH  THIẾT KẾ WEB SITE BÁN HÀNG</vt:lpstr>
      <vt:lpstr>NỘI DUNG TRÌNH BÀY</vt:lpstr>
      <vt:lpstr>I. KHẢO SÁT VÀ MÔ TẢ BÀI TOÁN</vt:lpstr>
      <vt:lpstr>I.1. KHẢO SÁT BÀI TOÁN</vt:lpstr>
      <vt:lpstr>I.1. KHẢO SÁT BÀI TOÁN (tt)</vt:lpstr>
      <vt:lpstr>I.1. KHẢO SÁT BÀI TOÁN (tt)</vt:lpstr>
      <vt:lpstr>I.2. MÔ TẢ BÀI TOÁN</vt:lpstr>
      <vt:lpstr>II. PHÂN TÍCH THIẾT KẾ CSDL</vt:lpstr>
      <vt:lpstr>II.1. MÔ HÌNH DỮ LIỆU Ở MỨC QUAN NIỆM</vt:lpstr>
      <vt:lpstr>II.2. MÔ HÌNH DỮ LIỆU Ở MỨC LUẬN LÝ</vt:lpstr>
      <vt:lpstr>II.3. MÔ HÌNH DỮ LIỆU Ở MỨC VẬT LÝ (SQL Server)</vt:lpstr>
      <vt:lpstr>II.3. MÔ HÌNH DỮ LIỆU Ở MỨC VẬT LÝ (tt)</vt:lpstr>
      <vt:lpstr>II.3. MÔ HÌNH DỮ LIỆU Ở MỨC VẬT LÝ (tt)</vt:lpstr>
      <vt:lpstr>II.3. MÔ HÌNH DỮ LIỆU Ở MỨC VẬT LÝ (tt)</vt:lpstr>
      <vt:lpstr>II.3. MÔ HÌNH DỮ LIỆU Ở MỨC VẬT LÝ (tt)</vt:lpstr>
      <vt:lpstr>II.3. MÔ HÌNH DỮ LIỆU Ở MỨC VẬT LÝ (tt)</vt:lpstr>
      <vt:lpstr>II.3. MÔ HÌNH DỮ LIỆU Ở MỨC VẬT LÝ (tt)</vt:lpstr>
      <vt:lpstr>II.3. MÔ HÌNH DỮ LIỆU Ở MỨC VẬT LÝ (tt)</vt:lpstr>
      <vt:lpstr>II.3. MÔ HÌNH DỮ LIỆU Ở MỨC VẬT LÝ (tt)</vt:lpstr>
      <vt:lpstr>III. CÀI ĐẶT CSDL</vt:lpstr>
      <vt:lpstr>III.1. Tạo CSDL trên MS SQL Server</vt:lpstr>
      <vt:lpstr>III.2. Tạo các bảng dữ liệu</vt:lpstr>
      <vt:lpstr>III.2. Tạo các bảng dữ liệu (tt)</vt:lpstr>
      <vt:lpstr>III.2. Tạo các bảng dữ liệu (tt)</vt:lpstr>
      <vt:lpstr>III.2. Tạo các bảng dữ liệu (tt)</vt:lpstr>
      <vt:lpstr>III.3. Tạo Mối kết hợp giữa các bảng (Database Diagrams)</vt:lpstr>
      <vt:lpstr>III.4. Tạo các thủ tục lưu trữ SQL </vt:lpstr>
      <vt:lpstr>IV. CÀI ĐẶT ỨNG DỤNG WEB</vt:lpstr>
      <vt:lpstr>Giao diện thiết kế trang DonViTinh-&gt;Index.cshtml</vt:lpstr>
      <vt:lpstr>PROC DonViTinh_DS</vt:lpstr>
      <vt:lpstr>Giao diện thiết kế trang DonViTinh-&gt;Create.cshtml</vt:lpstr>
      <vt:lpstr>PROC DonViTinh_Them</vt:lpstr>
      <vt:lpstr>PowerPoint 演示文稿</vt:lpstr>
      <vt:lpstr>PROC DonViTinh_Sua</vt:lpstr>
      <vt:lpstr>IV.4. Một số trang giao diện minh họa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TẬP THỰC HÀNH  THIẾT KẾ WEB SITE BÁN HÀNG</dc:title>
  <dc:creator>itproAcer</dc:creator>
  <cp:lastModifiedBy>Phát Lê</cp:lastModifiedBy>
  <cp:revision>6</cp:revision>
  <dcterms:created xsi:type="dcterms:W3CDTF">2026-09-18T09:29:00Z</dcterms:created>
  <dcterms:modified xsi:type="dcterms:W3CDTF">2026-09-26T03:34:01Z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9B9C2542855C4F409E1A84447BECAB90_12</vt:lpwstr>
  </property>
  <property fmtid="{D5CDD505-2E9C-101B-9397-08002B2CF9AE}" pid="3" name="KSOProductBuildVer">
    <vt:lpwstr>1033-12.1.0.28485</vt:lpwstr>
  </property>
</Properties>
</file>