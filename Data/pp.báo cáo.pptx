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4"/>
  </p:notesMasterIdLst>
  <p:handoutMasterIdLst>
    <p:handoutMasterId r:id="rId39"/>
  </p:handoutMasterIdLst>
  <p:sldIdLst>
    <p:sldId id="256" r:id="rId3"/>
    <p:sldId id="257" r:id="rId5"/>
    <p:sldId id="258" r:id="rId6"/>
    <p:sldId id="259" r:id="rId7"/>
    <p:sldId id="260" r:id="rId8"/>
    <p:sldId id="261"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91" r:id="rId33"/>
    <p:sldId id="292" r:id="rId34"/>
    <p:sldId id="293" r:id="rId35"/>
    <p:sldId id="294" r:id="rId36"/>
    <p:sldId id="295" r:id="rId37"/>
    <p:sldId id="290" r:id="rId38"/>
  </p:sldIdLst>
  <p:sldSz cx="12192000" cy="6858000"/>
  <p:notesSz cx="6858000" cy="9144000"/>
  <p:embeddedFontLst>
    <p:embeddedFont>
      <p:font typeface="Garamond" panose="02020404030301010803"/>
      <p:regular r:id="rId43"/>
      <p:bold r:id="rId44"/>
      <p:italic r:id="rId45"/>
    </p:embeddedFont>
    <p:embeddedFont>
      <p:font typeface="Wingdings 2" panose="05020102010507070707" charset="0"/>
      <p:regular r:id="rId46"/>
    </p:embeddedFont>
    <p:embeddedFont>
      <p:font typeface="Gill Sans" panose="020B0502020104020203"/>
      <p:regular r:id="rId47"/>
      <p:bold r:id="rId48"/>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204B3-6243-42E8-8DC7-DA176E6F050A}" styleName="Table_0">
    <a:wholeTbl>
      <a:tcTxStyle>
        <a:font>
          <a:latin typeface="Garamond"/>
          <a:ea typeface="Garamond"/>
          <a:cs typeface="Garamond"/>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CEFE7"/>
          </a:solidFill>
        </a:fill>
      </a:tcStyle>
    </a:wholeTbl>
    <a:band1H>
      <a:tcStyle>
        <a:tcBdr/>
        <a:fill>
          <a:solidFill>
            <a:srgbClr val="D8DDCB"/>
          </a:solidFill>
        </a:fill>
      </a:tcStyle>
    </a:band1H>
    <a:band2H>
      <a:tcStyle>
        <a:tcBdr/>
      </a:tcStyle>
    </a:band2H>
    <a:band1V>
      <a:tcStyle>
        <a:tcBdr/>
        <a:fill>
          <a:solidFill>
            <a:srgbClr val="D8DDCB"/>
          </a:solidFill>
        </a:fill>
      </a:tcStyle>
    </a:band1V>
    <a:band2V>
      <a:tcStyle>
        <a:tcBdr/>
      </a:tcStyle>
    </a:band2V>
    <a:lastCol>
      <a:tcTxStyle b="on">
        <a:font>
          <a:latin typeface="Garamond"/>
          <a:ea typeface="Garamond"/>
          <a:cs typeface="Garamond"/>
        </a:font>
        <a:schemeClr val="lt1"/>
      </a:tcTxStyle>
      <a:tcStyle>
        <a:tcBdr/>
        <a:fill>
          <a:solidFill>
            <a:schemeClr val="accent1"/>
          </a:solidFill>
        </a:fill>
      </a:tcStyle>
    </a:lastCol>
    <a:firstCol>
      <a:tcTxStyle b="on">
        <a:font>
          <a:latin typeface="Garamond"/>
          <a:ea typeface="Garamond"/>
          <a:cs typeface="Garamond"/>
        </a:font>
        <a:schemeClr val="lt1"/>
      </a:tcTxStyle>
      <a:tcStyle>
        <a:tcBdr/>
        <a:fill>
          <a:solidFill>
            <a:schemeClr val="accent1"/>
          </a:solidFill>
        </a:fill>
      </a:tcStyle>
    </a:firstCol>
    <a:lastRow>
      <a:tcTxStyle b="on">
        <a:font>
          <a:latin typeface="Garamond"/>
          <a:ea typeface="Garamond"/>
          <a:cs typeface="Garamond"/>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a:font>
          <a:latin typeface="Garamond"/>
          <a:ea typeface="Garamond"/>
          <a:cs typeface="Garamond"/>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8" Type="http://schemas.openxmlformats.org/officeDocument/2006/relationships/font" Target="fonts/font6.fntdata"/><Relationship Id="rId47" Type="http://schemas.openxmlformats.org/officeDocument/2006/relationships/font" Target="fonts/font5.fntdata"/><Relationship Id="rId46" Type="http://schemas.openxmlformats.org/officeDocument/2006/relationships/font" Target="fonts/font4.fntdata"/><Relationship Id="rId45" Type="http://schemas.openxmlformats.org/officeDocument/2006/relationships/font" Target="fonts/font3.fntdata"/><Relationship Id="rId44" Type="http://schemas.openxmlformats.org/officeDocument/2006/relationships/font" Target="fonts/font2.fntdata"/><Relationship Id="rId43" Type="http://schemas.openxmlformats.org/officeDocument/2006/relationships/font" Target="fonts/font1.fntdata"/><Relationship Id="rId42" Type="http://schemas.openxmlformats.org/officeDocument/2006/relationships/tableStyles" Target="tableStyles.xml"/><Relationship Id="rId41" Type="http://schemas.openxmlformats.org/officeDocument/2006/relationships/viewProps" Target="viewProps.xml"/><Relationship Id="rId40" Type="http://schemas.openxmlformats.org/officeDocument/2006/relationships/presProps" Target="presProps.xml"/><Relationship Id="rId4" Type="http://schemas.openxmlformats.org/officeDocument/2006/relationships/notesMaster" Target="notesMasters/notesMaster1.xml"/><Relationship Id="rId39" Type="http://schemas.openxmlformats.org/officeDocument/2006/relationships/handoutMaster" Target="handoutMasters/handoutMaster1.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L="914400" marR="0" lvl="1"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L="1371600" marR="0" lvl="2"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L="1828800" marR="0" lvl="3"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L="2286000" marR="0" lvl="4"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L="2743200" marR="0" lvl="5"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L="3200400" marR="0" lvl="6"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L="3657600" marR="0" lvl="7"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L="4114800" marR="0" lvl="8" indent="-298450" algn="l" rtl="0">
              <a:lnSpc>
                <a:spcPct val="100000"/>
              </a:lnSpc>
              <a:spcBef>
                <a:spcPts val="0"/>
              </a:spcBef>
              <a:spcAft>
                <a:spcPts val="0"/>
              </a:spcAft>
              <a:buClr>
                <a:srgbClr val="000000"/>
              </a:buClr>
              <a:buSzPts val="1100"/>
              <a:buFont typeface="Arial" panose="020B0604020202020204"/>
              <a:buChar char="■"/>
              <a:defRPr sz="11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7" name="Shape 147"/>
        <p:cNvGrpSpPr/>
        <p:nvPr/>
      </p:nvGrpSpPr>
      <p:grpSpPr>
        <a:xfrm>
          <a:off x="0" y="0"/>
          <a:ext cx="0" cy="0"/>
          <a:chOff x="0" y="0"/>
          <a:chExt cx="0" cy="0"/>
        </a:xfrm>
      </p:grpSpPr>
      <p:sp>
        <p:nvSpPr>
          <p:cNvPr id="148" name="Google Shape;148;p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49" name="Google Shape;149;p1: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3" name="Shape 153"/>
        <p:cNvGrpSpPr/>
        <p:nvPr/>
      </p:nvGrpSpPr>
      <p:grpSpPr>
        <a:xfrm>
          <a:off x="0" y="0"/>
          <a:ext cx="0" cy="0"/>
          <a:chOff x="0" y="0"/>
          <a:chExt cx="0" cy="0"/>
        </a:xfrm>
      </p:grpSpPr>
      <p:sp>
        <p:nvSpPr>
          <p:cNvPr id="154" name="Google Shape;154;p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55" name="Google Shape;155;p2: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9" name="Shape 159"/>
        <p:cNvGrpSpPr/>
        <p:nvPr/>
      </p:nvGrpSpPr>
      <p:grpSpPr>
        <a:xfrm>
          <a:off x="0" y="0"/>
          <a:ext cx="0" cy="0"/>
          <a:chOff x="0" y="0"/>
          <a:chExt cx="0" cy="0"/>
        </a:xfrm>
      </p:grpSpPr>
      <p:sp>
        <p:nvSpPr>
          <p:cNvPr id="160" name="Google Shape;160;p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1" name="Google Shape;161;p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5" name="Shape 165"/>
        <p:cNvGrpSpPr/>
        <p:nvPr/>
      </p:nvGrpSpPr>
      <p:grpSpPr>
        <a:xfrm>
          <a:off x="0" y="0"/>
          <a:ext cx="0" cy="0"/>
          <a:chOff x="0" y="0"/>
          <a:chExt cx="0" cy="0"/>
        </a:xfrm>
      </p:grpSpPr>
      <p:sp>
        <p:nvSpPr>
          <p:cNvPr id="166" name="Google Shape;166;p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67" name="Google Shape;167;p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2" name="Shape 172"/>
        <p:cNvGrpSpPr/>
        <p:nvPr/>
      </p:nvGrpSpPr>
      <p:grpSpPr>
        <a:xfrm>
          <a:off x="0" y="0"/>
          <a:ext cx="0" cy="0"/>
          <a:chOff x="0" y="0"/>
          <a:chExt cx="0" cy="0"/>
        </a:xfrm>
      </p:grpSpPr>
      <p:sp>
        <p:nvSpPr>
          <p:cNvPr id="173" name="Google Shape;173;p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74" name="Google Shape;174;p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1" name="Shape 181"/>
        <p:cNvGrpSpPr/>
        <p:nvPr/>
      </p:nvGrpSpPr>
      <p:grpSpPr>
        <a:xfrm>
          <a:off x="0" y="0"/>
          <a:ext cx="0" cy="0"/>
          <a:chOff x="0" y="0"/>
          <a:chExt cx="0" cy="0"/>
        </a:xfrm>
      </p:grpSpPr>
      <p:sp>
        <p:nvSpPr>
          <p:cNvPr id="182" name="Google Shape;182;p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83" name="Google Shape;183;p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96" name="Shape 196"/>
        <p:cNvGrpSpPr/>
        <p:nvPr/>
      </p:nvGrpSpPr>
      <p:grpSpPr>
        <a:xfrm>
          <a:off x="0" y="0"/>
          <a:ext cx="0" cy="0"/>
          <a:chOff x="0" y="0"/>
          <a:chExt cx="0" cy="0"/>
        </a:xfrm>
      </p:grpSpPr>
      <p:sp>
        <p:nvSpPr>
          <p:cNvPr id="197" name="Google Shape;197;p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198" name="Google Shape;198;p8: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2" name="Shape 202"/>
        <p:cNvGrpSpPr/>
        <p:nvPr/>
      </p:nvGrpSpPr>
      <p:grpSpPr>
        <a:xfrm>
          <a:off x="0" y="0"/>
          <a:ext cx="0" cy="0"/>
          <a:chOff x="0" y="0"/>
          <a:chExt cx="0" cy="0"/>
        </a:xfrm>
      </p:grpSpPr>
      <p:sp>
        <p:nvSpPr>
          <p:cNvPr id="203" name="Google Shape;203;p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04" name="Google Shape;204;p9: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08" name="Shape 208"/>
        <p:cNvGrpSpPr/>
        <p:nvPr/>
      </p:nvGrpSpPr>
      <p:grpSpPr>
        <a:xfrm>
          <a:off x="0" y="0"/>
          <a:ext cx="0" cy="0"/>
          <a:chOff x="0" y="0"/>
          <a:chExt cx="0" cy="0"/>
        </a:xfrm>
      </p:grpSpPr>
      <p:sp>
        <p:nvSpPr>
          <p:cNvPr id="209" name="Google Shape;209;p1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10" name="Google Shape;210;p10: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2" name="Shape 232"/>
        <p:cNvGrpSpPr/>
        <p:nvPr/>
      </p:nvGrpSpPr>
      <p:grpSpPr>
        <a:xfrm>
          <a:off x="0" y="0"/>
          <a:ext cx="0" cy="0"/>
          <a:chOff x="0" y="0"/>
          <a:chExt cx="0" cy="0"/>
        </a:xfrm>
      </p:grpSpPr>
      <p:sp>
        <p:nvSpPr>
          <p:cNvPr id="233" name="Google Shape;233;p1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34" name="Google Shape;234;p1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238" name="Shape 238"/>
        <p:cNvGrpSpPr/>
        <p:nvPr/>
      </p:nvGrpSpPr>
      <p:grpSpPr>
        <a:xfrm>
          <a:off x="0" y="0"/>
          <a:ext cx="0" cy="0"/>
          <a:chOff x="0" y="0"/>
          <a:chExt cx="0" cy="0"/>
        </a:xfrm>
      </p:grpSpPr>
      <p:sp>
        <p:nvSpPr>
          <p:cNvPr id="239" name="Google Shape;239;p1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0" name="Google Shape;240;p1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246" name="Shape 246"/>
        <p:cNvGrpSpPr/>
        <p:nvPr/>
      </p:nvGrpSpPr>
      <p:grpSpPr>
        <a:xfrm>
          <a:off x="0" y="0"/>
          <a:ext cx="0" cy="0"/>
          <a:chOff x="0" y="0"/>
          <a:chExt cx="0" cy="0"/>
        </a:xfrm>
      </p:grpSpPr>
      <p:sp>
        <p:nvSpPr>
          <p:cNvPr id="247" name="Google Shape;247;p1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48" name="Google Shape;248;p13: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253" name="Shape 253"/>
        <p:cNvGrpSpPr/>
        <p:nvPr/>
      </p:nvGrpSpPr>
      <p:grpSpPr>
        <a:xfrm>
          <a:off x="0" y="0"/>
          <a:ext cx="0" cy="0"/>
          <a:chOff x="0" y="0"/>
          <a:chExt cx="0" cy="0"/>
        </a:xfrm>
      </p:grpSpPr>
      <p:sp>
        <p:nvSpPr>
          <p:cNvPr id="254" name="Google Shape;254;p1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55" name="Google Shape;255;p14: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1" name="Shape 261"/>
        <p:cNvGrpSpPr/>
        <p:nvPr/>
      </p:nvGrpSpPr>
      <p:grpSpPr>
        <a:xfrm>
          <a:off x="0" y="0"/>
          <a:ext cx="0" cy="0"/>
          <a:chOff x="0" y="0"/>
          <a:chExt cx="0" cy="0"/>
        </a:xfrm>
      </p:grpSpPr>
      <p:sp>
        <p:nvSpPr>
          <p:cNvPr id="262" name="Google Shape;262;p1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63" name="Google Shape;263;p15: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268" name="Shape 268"/>
        <p:cNvGrpSpPr/>
        <p:nvPr/>
      </p:nvGrpSpPr>
      <p:grpSpPr>
        <a:xfrm>
          <a:off x="0" y="0"/>
          <a:ext cx="0" cy="0"/>
          <a:chOff x="0" y="0"/>
          <a:chExt cx="0" cy="0"/>
        </a:xfrm>
      </p:grpSpPr>
      <p:sp>
        <p:nvSpPr>
          <p:cNvPr id="269" name="Google Shape;269;p1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0" name="Google Shape;270;p16: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276" name="Shape 276"/>
        <p:cNvGrpSpPr/>
        <p:nvPr/>
      </p:nvGrpSpPr>
      <p:grpSpPr>
        <a:xfrm>
          <a:off x="0" y="0"/>
          <a:ext cx="0" cy="0"/>
          <a:chOff x="0" y="0"/>
          <a:chExt cx="0" cy="0"/>
        </a:xfrm>
      </p:grpSpPr>
      <p:sp>
        <p:nvSpPr>
          <p:cNvPr id="277" name="Google Shape;277;p1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78" name="Google Shape;278;p17: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283" name="Shape 283"/>
        <p:cNvGrpSpPr/>
        <p:nvPr/>
      </p:nvGrpSpPr>
      <p:grpSpPr>
        <a:xfrm>
          <a:off x="0" y="0"/>
          <a:ext cx="0" cy="0"/>
          <a:chOff x="0" y="0"/>
          <a:chExt cx="0" cy="0"/>
        </a:xfrm>
      </p:grpSpPr>
      <p:sp>
        <p:nvSpPr>
          <p:cNvPr id="284" name="Google Shape;284;p1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85" name="Google Shape;285;p1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0" name="Shape 290"/>
        <p:cNvGrpSpPr/>
        <p:nvPr/>
      </p:nvGrpSpPr>
      <p:grpSpPr>
        <a:xfrm>
          <a:off x="0" y="0"/>
          <a:ext cx="0" cy="0"/>
          <a:chOff x="0" y="0"/>
          <a:chExt cx="0" cy="0"/>
        </a:xfrm>
      </p:grpSpPr>
      <p:sp>
        <p:nvSpPr>
          <p:cNvPr id="291" name="Google Shape;291;p1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2" name="Google Shape;292;p1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PhAnim="0" showMasterSp="0">
  <p:cSld>
    <p:spTree>
      <p:nvGrpSpPr>
        <p:cNvPr id="297" name="Shape 297"/>
        <p:cNvGrpSpPr/>
        <p:nvPr/>
      </p:nvGrpSpPr>
      <p:grpSpPr>
        <a:xfrm>
          <a:off x="0" y="0"/>
          <a:ext cx="0" cy="0"/>
          <a:chOff x="0" y="0"/>
          <a:chExt cx="0" cy="0"/>
        </a:xfrm>
      </p:grpSpPr>
      <p:sp>
        <p:nvSpPr>
          <p:cNvPr id="298" name="Google Shape;298;p20: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299" name="Google Shape;299;p20: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04" name="Shape 304"/>
        <p:cNvGrpSpPr/>
        <p:nvPr/>
      </p:nvGrpSpPr>
      <p:grpSpPr>
        <a:xfrm>
          <a:off x="0" y="0"/>
          <a:ext cx="0" cy="0"/>
          <a:chOff x="0" y="0"/>
          <a:chExt cx="0" cy="0"/>
        </a:xfrm>
      </p:grpSpPr>
      <p:sp>
        <p:nvSpPr>
          <p:cNvPr id="305" name="Google Shape;305;p21: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06" name="Google Shape;306;p21: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0" name="Shape 310"/>
        <p:cNvGrpSpPr/>
        <p:nvPr/>
      </p:nvGrpSpPr>
      <p:grpSpPr>
        <a:xfrm>
          <a:off x="0" y="0"/>
          <a:ext cx="0" cy="0"/>
          <a:chOff x="0" y="0"/>
          <a:chExt cx="0" cy="0"/>
        </a:xfrm>
      </p:grpSpPr>
      <p:sp>
        <p:nvSpPr>
          <p:cNvPr id="311" name="Google Shape;311;p22: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2" name="Google Shape;312;p22: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PhAnim="0" showMasterSp="0">
  <p:cSld>
    <p:spTree>
      <p:nvGrpSpPr>
        <p:cNvPr id="316" name="Shape 316"/>
        <p:cNvGrpSpPr/>
        <p:nvPr/>
      </p:nvGrpSpPr>
      <p:grpSpPr>
        <a:xfrm>
          <a:off x="0" y="0"/>
          <a:ext cx="0" cy="0"/>
          <a:chOff x="0" y="0"/>
          <a:chExt cx="0" cy="0"/>
        </a:xfrm>
      </p:grpSpPr>
      <p:sp>
        <p:nvSpPr>
          <p:cNvPr id="317" name="Google Shape;317;p23: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18" name="Google Shape;318;p23: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PhAnim="0" showMasterSp="0">
  <p:cSld>
    <p:spTree>
      <p:nvGrpSpPr>
        <p:cNvPr id="323" name="Shape 323"/>
        <p:cNvGrpSpPr/>
        <p:nvPr/>
      </p:nvGrpSpPr>
      <p:grpSpPr>
        <a:xfrm>
          <a:off x="0" y="0"/>
          <a:ext cx="0" cy="0"/>
          <a:chOff x="0" y="0"/>
          <a:chExt cx="0" cy="0"/>
        </a:xfrm>
      </p:grpSpPr>
      <p:sp>
        <p:nvSpPr>
          <p:cNvPr id="324" name="Google Shape;324;p2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25" name="Google Shape;325;p2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0" name="Shape 330"/>
        <p:cNvGrpSpPr/>
        <p:nvPr/>
      </p:nvGrpSpPr>
      <p:grpSpPr>
        <a:xfrm>
          <a:off x="0" y="0"/>
          <a:ext cx="0" cy="0"/>
          <a:chOff x="0" y="0"/>
          <a:chExt cx="0" cy="0"/>
        </a:xfrm>
      </p:grpSpPr>
      <p:sp>
        <p:nvSpPr>
          <p:cNvPr id="331" name="Google Shape;331;p25: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2" name="Google Shape;332;p25: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PhAnim="0" showMasterSp="0">
  <p:cSld>
    <p:spTree>
      <p:nvGrpSpPr>
        <p:cNvPr id="337" name="Shape 337"/>
        <p:cNvGrpSpPr/>
        <p:nvPr/>
      </p:nvGrpSpPr>
      <p:grpSpPr>
        <a:xfrm>
          <a:off x="0" y="0"/>
          <a:ext cx="0" cy="0"/>
          <a:chOff x="0" y="0"/>
          <a:chExt cx="0" cy="0"/>
        </a:xfrm>
      </p:grpSpPr>
      <p:sp>
        <p:nvSpPr>
          <p:cNvPr id="338" name="Google Shape;338;p26: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39" name="Google Shape;339;p26: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PhAnim="0" showMasterSp="0">
  <p:cSld>
    <p:spTree>
      <p:nvGrpSpPr>
        <p:cNvPr id="344" name="Shape 344"/>
        <p:cNvGrpSpPr/>
        <p:nvPr/>
      </p:nvGrpSpPr>
      <p:grpSpPr>
        <a:xfrm>
          <a:off x="0" y="0"/>
          <a:ext cx="0" cy="0"/>
          <a:chOff x="0" y="0"/>
          <a:chExt cx="0" cy="0"/>
        </a:xfrm>
      </p:grpSpPr>
      <p:sp>
        <p:nvSpPr>
          <p:cNvPr id="345" name="Google Shape;345;p27: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46" name="Google Shape;346;p27: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0" name="Shape 350"/>
        <p:cNvGrpSpPr/>
        <p:nvPr/>
      </p:nvGrpSpPr>
      <p:grpSpPr>
        <a:xfrm>
          <a:off x="0" y="0"/>
          <a:ext cx="0" cy="0"/>
          <a:chOff x="0" y="0"/>
          <a:chExt cx="0" cy="0"/>
        </a:xfrm>
      </p:grpSpPr>
      <p:sp>
        <p:nvSpPr>
          <p:cNvPr id="351" name="Google Shape;351;p28: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2" name="Google Shape;352;p28: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PhAnim="0" showMasterSp="0">
  <p:cSld>
    <p:spTree>
      <p:nvGrpSpPr>
        <p:cNvPr id="356" name="Shape 356"/>
        <p:cNvGrpSpPr/>
        <p:nvPr/>
      </p:nvGrpSpPr>
      <p:grpSpPr>
        <a:xfrm>
          <a:off x="0" y="0"/>
          <a:ext cx="0" cy="0"/>
          <a:chOff x="0" y="0"/>
          <a:chExt cx="0" cy="0"/>
        </a:xfrm>
      </p:grpSpPr>
      <p:sp>
        <p:nvSpPr>
          <p:cNvPr id="357" name="Google Shape;357;p2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58" name="Google Shape;358;p2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PhAnim="0" showMasterSp="0">
  <p:cSld>
    <p:spTree>
      <p:nvGrpSpPr>
        <p:cNvPr id="362" name="Shape 362"/>
        <p:cNvGrpSpPr/>
        <p:nvPr/>
      </p:nvGrpSpPr>
      <p:grpSpPr>
        <a:xfrm>
          <a:off x="0" y="0"/>
          <a:ext cx="0" cy="0"/>
          <a:chOff x="0" y="0"/>
          <a:chExt cx="0" cy="0"/>
        </a:xfrm>
      </p:grpSpPr>
      <p:sp>
        <p:nvSpPr>
          <p:cNvPr id="363" name="Google Shape;363;p39: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64" name="Google Shape;364;p39:notes"/>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PhAnim="0" showMasterSp="0">
  <p:cSld>
    <p:spTree>
      <p:nvGrpSpPr>
        <p:cNvPr id="392" name="Shape 392"/>
        <p:cNvGrpSpPr/>
        <p:nvPr/>
      </p:nvGrpSpPr>
      <p:grpSpPr>
        <a:xfrm>
          <a:off x="0" y="0"/>
          <a:ext cx="0" cy="0"/>
          <a:chOff x="0" y="0"/>
          <a:chExt cx="0" cy="0"/>
        </a:xfrm>
      </p:grpSpPr>
      <p:sp>
        <p:nvSpPr>
          <p:cNvPr id="393" name="Google Shape;393;p44:notes"/>
          <p:cNvSpPr txBox="1"/>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p>
        </p:txBody>
      </p:sp>
      <p:sp>
        <p:nvSpPr>
          <p:cNvPr id="394" name="Google Shape;394;p44:notes"/>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showMasterSp="0" matchingName="Title Slide">
  <p:cSld name="TITLE">
    <p:spTree>
      <p:nvGrpSpPr>
        <p:cNvPr id="16" name="Shape 16"/>
        <p:cNvGrpSpPr/>
        <p:nvPr/>
      </p:nvGrpSpPr>
      <p:grpSpPr>
        <a:xfrm>
          <a:off x="0" y="0"/>
          <a:ext cx="0" cy="0"/>
          <a:chOff x="0" y="0"/>
          <a:chExt cx="0" cy="0"/>
        </a:xfrm>
      </p:grpSpPr>
      <p:grpSp>
        <p:nvGrpSpPr>
          <p:cNvPr id="17" name="Google Shape;17;p46"/>
          <p:cNvGrpSpPr/>
          <p:nvPr/>
        </p:nvGrpSpPr>
        <p:grpSpPr>
          <a:xfrm>
            <a:off x="-16934" y="0"/>
            <a:ext cx="12231160" cy="6856214"/>
            <a:chOff x="-16934" y="0"/>
            <a:chExt cx="12231160" cy="6856214"/>
          </a:xfrm>
        </p:grpSpPr>
        <p:pic>
          <p:nvPicPr>
            <p:cNvPr id="18" name="Google Shape;18;p46" descr="HD-PanelTitleR1.png"/>
            <p:cNvPicPr preferRelativeResize="0"/>
            <p:nvPr/>
          </p:nvPicPr>
          <p:blipFill rotWithShape="1">
            <a:blip r:embed="rId2"/>
            <a:srcRect/>
            <a:stretch>
              <a:fillRect/>
            </a:stretch>
          </p:blipFill>
          <p:spPr>
            <a:xfrm>
              <a:off x="0" y="0"/>
              <a:ext cx="12188825" cy="6856214"/>
            </a:xfrm>
            <a:prstGeom prst="rect">
              <a:avLst/>
            </a:prstGeom>
            <a:noFill/>
            <a:ln>
              <a:noFill/>
            </a:ln>
          </p:spPr>
        </p:pic>
        <p:sp>
          <p:nvSpPr>
            <p:cNvPr id="19" name="Google Shape;19;p46"/>
            <p:cNvSpPr/>
            <p:nvPr/>
          </p:nvSpPr>
          <p:spPr>
            <a:xfrm>
              <a:off x="2328332" y="1540931"/>
              <a:ext cx="7543802" cy="3835401"/>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0" name="Google Shape;20;p46" descr="HDRibbonTitle-UniformTrim.png"/>
            <p:cNvPicPr preferRelativeResize="0"/>
            <p:nvPr/>
          </p:nvPicPr>
          <p:blipFill rotWithShape="1">
            <a:blip r:embed="rId3"/>
            <a:srcRect/>
            <a:stretch>
              <a:fillRect/>
            </a:stretch>
          </p:blipFill>
          <p:spPr>
            <a:xfrm>
              <a:off x="-16934" y="3147609"/>
              <a:ext cx="2478024" cy="612648"/>
            </a:xfrm>
            <a:prstGeom prst="rect">
              <a:avLst/>
            </a:prstGeom>
            <a:noFill/>
            <a:ln>
              <a:noFill/>
            </a:ln>
          </p:spPr>
        </p:pic>
        <p:pic>
          <p:nvPicPr>
            <p:cNvPr id="21" name="Google Shape;21;p46" descr="HDRibbonTitle-UniformTrim.png"/>
            <p:cNvPicPr preferRelativeResize="0"/>
            <p:nvPr/>
          </p:nvPicPr>
          <p:blipFill rotWithShape="1">
            <a:blip r:embed="rId3"/>
            <a:srcRect/>
            <a:stretch>
              <a:fillRect/>
            </a:stretch>
          </p:blipFill>
          <p:spPr>
            <a:xfrm>
              <a:off x="9736202" y="3147609"/>
              <a:ext cx="2478024" cy="612648"/>
            </a:xfrm>
            <a:prstGeom prst="rect">
              <a:avLst/>
            </a:prstGeom>
            <a:noFill/>
            <a:ln>
              <a:noFill/>
            </a:ln>
          </p:spPr>
        </p:pic>
      </p:grpSp>
      <p:sp>
        <p:nvSpPr>
          <p:cNvPr id="22" name="Google Shape;22;p46"/>
          <p:cNvSpPr txBox="1"/>
          <p:nvPr>
            <p:ph type="ctrTitle"/>
          </p:nvPr>
        </p:nvSpPr>
        <p:spPr>
          <a:xfrm>
            <a:off x="2692398" y="1871131"/>
            <a:ext cx="6815669" cy="1515533"/>
          </a:xfrm>
          <a:prstGeom prst="rect">
            <a:avLst/>
          </a:prstGeom>
          <a:noFill/>
          <a:ln>
            <a:noFill/>
          </a:ln>
        </p:spPr>
        <p:txBody>
          <a:bodyPr spcFirstLastPara="1" wrap="square" lIns="91425" tIns="45700" rIns="91425" bIns="45700" anchor="b" anchorCtr="0">
            <a:noAutofit/>
          </a:bodyPr>
          <a:lstStyle>
            <a:lvl1pPr lvl="0" algn="ctr">
              <a:lnSpc>
                <a:spcPct val="100000"/>
              </a:lnSpc>
              <a:spcBef>
                <a:spcPts val="0"/>
              </a:spcBef>
              <a:spcAft>
                <a:spcPts val="0"/>
              </a:spcAft>
              <a:buClr>
                <a:srgbClr val="262626"/>
              </a:buClr>
              <a:buSzPts val="5400"/>
              <a:buFont typeface="Garamond" panose="02020404030301010803"/>
              <a:buNone/>
              <a:defRPr sz="5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46"/>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420"/>
              </a:spcBef>
              <a:spcAft>
                <a:spcPts val="0"/>
              </a:spcAft>
              <a:buSzPts val="2415"/>
              <a:buNone/>
              <a:defRPr sz="21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ctr">
              <a:lnSpc>
                <a:spcPct val="100000"/>
              </a:lnSpc>
              <a:spcBef>
                <a:spcPts val="600"/>
              </a:spcBef>
              <a:spcAft>
                <a:spcPts val="0"/>
              </a:spcAft>
              <a:buSzPts val="2300"/>
              <a:buNone/>
              <a:defRPr>
                <a:solidFill>
                  <a:srgbClr val="888888"/>
                </a:solidFill>
              </a:defRPr>
            </a:lvl2pPr>
            <a:lvl3pPr lvl="2" algn="ctr">
              <a:lnSpc>
                <a:spcPct val="100000"/>
              </a:lnSpc>
              <a:spcBef>
                <a:spcPts val="600"/>
              </a:spcBef>
              <a:spcAft>
                <a:spcPts val="0"/>
              </a:spcAft>
              <a:buSzPts val="2070"/>
              <a:buNone/>
              <a:defRPr>
                <a:solidFill>
                  <a:srgbClr val="888888"/>
                </a:solidFill>
              </a:defRPr>
            </a:lvl3pPr>
            <a:lvl4pPr lvl="3" algn="ctr">
              <a:lnSpc>
                <a:spcPct val="100000"/>
              </a:lnSpc>
              <a:spcBef>
                <a:spcPts val="600"/>
              </a:spcBef>
              <a:spcAft>
                <a:spcPts val="0"/>
              </a:spcAft>
              <a:buSzPts val="1840"/>
              <a:buNone/>
              <a:defRPr>
                <a:solidFill>
                  <a:srgbClr val="888888"/>
                </a:solidFill>
              </a:defRPr>
            </a:lvl4pPr>
            <a:lvl5pPr lvl="4" algn="ctr">
              <a:lnSpc>
                <a:spcPct val="100000"/>
              </a:lnSpc>
              <a:spcBef>
                <a:spcPts val="600"/>
              </a:spcBef>
              <a:spcAft>
                <a:spcPts val="0"/>
              </a:spcAft>
              <a:buSzPts val="1610"/>
              <a:buNone/>
              <a:defRPr>
                <a:solidFill>
                  <a:srgbClr val="888888"/>
                </a:solidFill>
              </a:defRPr>
            </a:lvl5pPr>
            <a:lvl6pPr lvl="5" algn="ctr">
              <a:lnSpc>
                <a:spcPct val="100000"/>
              </a:lnSpc>
              <a:spcBef>
                <a:spcPts val="600"/>
              </a:spcBef>
              <a:spcAft>
                <a:spcPts val="0"/>
              </a:spcAft>
              <a:buSzPts val="1610"/>
              <a:buNone/>
              <a:defRPr>
                <a:solidFill>
                  <a:srgbClr val="888888"/>
                </a:solidFill>
              </a:defRPr>
            </a:lvl6pPr>
            <a:lvl7pPr lvl="6" algn="ctr">
              <a:lnSpc>
                <a:spcPct val="100000"/>
              </a:lnSpc>
              <a:spcBef>
                <a:spcPts val="600"/>
              </a:spcBef>
              <a:spcAft>
                <a:spcPts val="0"/>
              </a:spcAft>
              <a:buSzPts val="1610"/>
              <a:buNone/>
              <a:defRPr>
                <a:solidFill>
                  <a:srgbClr val="888888"/>
                </a:solidFill>
              </a:defRPr>
            </a:lvl7pPr>
            <a:lvl8pPr lvl="7" algn="ctr">
              <a:lnSpc>
                <a:spcPct val="100000"/>
              </a:lnSpc>
              <a:spcBef>
                <a:spcPts val="600"/>
              </a:spcBef>
              <a:spcAft>
                <a:spcPts val="0"/>
              </a:spcAft>
              <a:buSzPts val="1610"/>
              <a:buNone/>
              <a:defRPr>
                <a:solidFill>
                  <a:srgbClr val="888888"/>
                </a:solidFill>
              </a:defRPr>
            </a:lvl8pPr>
            <a:lvl9pPr lvl="8" algn="ctr">
              <a:lnSpc>
                <a:spcPct val="100000"/>
              </a:lnSpc>
              <a:spcBef>
                <a:spcPts val="600"/>
              </a:spcBef>
              <a:spcAft>
                <a:spcPts val="600"/>
              </a:spcAft>
              <a:buSzPts val="1610"/>
              <a:buNone/>
              <a:defRPr>
                <a:solidFill>
                  <a:srgbClr val="888888"/>
                </a:solidFill>
              </a:defRPr>
            </a:lvl9pPr>
          </a:lstStyle>
          <a:p/>
        </p:txBody>
      </p:sp>
      <p:sp>
        <p:nvSpPr>
          <p:cNvPr id="24" name="Google Shape;24;p46"/>
          <p:cNvSpPr txBox="1"/>
          <p:nvPr>
            <p:ph type="dt" idx="10"/>
          </p:nvPr>
        </p:nvSpPr>
        <p:spPr>
          <a:xfrm>
            <a:off x="7983232" y="5037663"/>
            <a:ext cx="897467"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46"/>
          <p:cNvSpPr txBox="1"/>
          <p:nvPr>
            <p:ph type="ftr" idx="11"/>
          </p:nvPr>
        </p:nvSpPr>
        <p:spPr>
          <a:xfrm>
            <a:off x="2692397" y="5037663"/>
            <a:ext cx="5214635"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46"/>
          <p:cNvSpPr txBox="1"/>
          <p:nvPr>
            <p:ph type="sldNum" idx="12"/>
          </p:nvPr>
        </p:nvSpPr>
        <p:spPr>
          <a:xfrm>
            <a:off x="8956900" y="5037663"/>
            <a:ext cx="55116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27" name="Google Shape;27;p46"/>
          <p:cNvCxnSpPr/>
          <p:nvPr/>
        </p:nvCxnSpPr>
        <p:spPr>
          <a:xfrm>
            <a:off x="2692399" y="3522131"/>
            <a:ext cx="681566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8" name="Shape 28"/>
        <p:cNvGrpSpPr/>
        <p:nvPr/>
      </p:nvGrpSpPr>
      <p:grpSpPr>
        <a:xfrm>
          <a:off x="0" y="0"/>
          <a:ext cx="0" cy="0"/>
          <a:chOff x="0" y="0"/>
          <a:chExt cx="0" cy="0"/>
        </a:xfrm>
      </p:grpSpPr>
      <p:cxnSp>
        <p:nvCxnSpPr>
          <p:cNvPr id="29" name="Google Shape;29;p47"/>
          <p:cNvCxnSpPr/>
          <p:nvPr/>
        </p:nvCxnSpPr>
        <p:spPr>
          <a:xfrm rot="10800000" flipH="1">
            <a:off x="667295" y="1298717"/>
            <a:ext cx="10835591" cy="49321"/>
          </a:xfrm>
          <a:prstGeom prst="straightConnector1">
            <a:avLst/>
          </a:prstGeom>
          <a:noFill/>
          <a:ln w="15875" cap="flat" cmpd="sng">
            <a:solidFill>
              <a:schemeClr val="accent1"/>
            </a:solidFill>
            <a:prstDash val="solid"/>
            <a:round/>
            <a:headEnd type="none" w="sm" len="sm"/>
            <a:tailEnd type="none" w="sm" len="sm"/>
          </a:ln>
        </p:spPr>
      </p:cxnSp>
      <p:sp>
        <p:nvSpPr>
          <p:cNvPr id="30" name="Google Shape;30;p4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47"/>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32" name="Google Shape;32;p4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4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4" name="Google Shape;34;p4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35" name="Shape 35"/>
        <p:cNvGrpSpPr/>
        <p:nvPr/>
      </p:nvGrpSpPr>
      <p:grpSpPr>
        <a:xfrm>
          <a:off x="0" y="0"/>
          <a:ext cx="0" cy="0"/>
          <a:chOff x="0" y="0"/>
          <a:chExt cx="0" cy="0"/>
        </a:xfrm>
      </p:grpSpPr>
      <p:sp>
        <p:nvSpPr>
          <p:cNvPr id="36" name="Google Shape;36;p48"/>
          <p:cNvSpPr txBox="1"/>
          <p:nvPr>
            <p:ph type="title"/>
          </p:nvPr>
        </p:nvSpPr>
        <p:spPr>
          <a:xfrm>
            <a:off x="2015069" y="1752606"/>
            <a:ext cx="8158688" cy="1822514"/>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4400"/>
              <a:buFont typeface="Garamond" panose="02020404030301010803"/>
              <a:buNone/>
              <a:defRPr sz="44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48"/>
          <p:cNvSpPr txBox="1"/>
          <p:nvPr>
            <p:ph type="body" idx="1"/>
          </p:nvPr>
        </p:nvSpPr>
        <p:spPr>
          <a:xfrm>
            <a:off x="2015067" y="3846051"/>
            <a:ext cx="8158690" cy="954547"/>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48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38" name="Google Shape;38;p4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4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4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41" name="Google Shape;41;p48"/>
          <p:cNvCxnSpPr/>
          <p:nvPr/>
        </p:nvCxnSpPr>
        <p:spPr>
          <a:xfrm>
            <a:off x="2012723" y="3710585"/>
            <a:ext cx="8163380"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42" name="Shape 42"/>
        <p:cNvGrpSpPr/>
        <p:nvPr/>
      </p:nvGrpSpPr>
      <p:grpSpPr>
        <a:xfrm>
          <a:off x="0" y="0"/>
          <a:ext cx="0" cy="0"/>
          <a:chOff x="0" y="0"/>
          <a:chExt cx="0" cy="0"/>
        </a:xfrm>
      </p:grpSpPr>
      <p:cxnSp>
        <p:nvCxnSpPr>
          <p:cNvPr id="43" name="Google Shape;43;p49"/>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
        <p:nvSpPr>
          <p:cNvPr id="44" name="Google Shape;44;p49"/>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49"/>
          <p:cNvSpPr txBox="1"/>
          <p:nvPr>
            <p:ph type="body" idx="1"/>
          </p:nvPr>
        </p:nvSpPr>
        <p:spPr>
          <a:xfrm>
            <a:off x="1298448"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6" name="Google Shape;46;p49"/>
          <p:cNvSpPr txBox="1"/>
          <p:nvPr>
            <p:ph type="body" idx="2"/>
          </p:nvPr>
        </p:nvSpPr>
        <p:spPr>
          <a:xfrm>
            <a:off x="6181344" y="2560320"/>
            <a:ext cx="4718304" cy="3310128"/>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47" name="Google Shape;47;p4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4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9" name="Google Shape;49;p4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50" name="Shape 50"/>
        <p:cNvGrpSpPr/>
        <p:nvPr/>
      </p:nvGrpSpPr>
      <p:grpSpPr>
        <a:xfrm>
          <a:off x="0" y="0"/>
          <a:ext cx="0" cy="0"/>
          <a:chOff x="0" y="0"/>
          <a:chExt cx="0" cy="0"/>
        </a:xfrm>
      </p:grpSpPr>
      <p:sp>
        <p:nvSpPr>
          <p:cNvPr id="51" name="Google Shape;51;p50"/>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50"/>
          <p:cNvSpPr txBox="1"/>
          <p:nvPr>
            <p:ph type="body" idx="1"/>
          </p:nvPr>
        </p:nvSpPr>
        <p:spPr>
          <a:xfrm>
            <a:off x="129540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3" name="Google Shape;53;p50"/>
          <p:cNvSpPr txBox="1"/>
          <p:nvPr>
            <p:ph type="body" idx="2"/>
          </p:nvPr>
        </p:nvSpPr>
        <p:spPr>
          <a:xfrm>
            <a:off x="129540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4" name="Google Shape;54;p50"/>
          <p:cNvSpPr txBox="1"/>
          <p:nvPr>
            <p:ph type="body" idx="3"/>
          </p:nvPr>
        </p:nvSpPr>
        <p:spPr>
          <a:xfrm>
            <a:off x="6180670" y="2658533"/>
            <a:ext cx="4718304" cy="576262"/>
          </a:xfrm>
          <a:prstGeom prst="rect">
            <a:avLst/>
          </a:prstGeom>
          <a:noFill/>
          <a:ln>
            <a:noFill/>
          </a:ln>
        </p:spPr>
        <p:txBody>
          <a:bodyPr spcFirstLastPara="1" wrap="square" lIns="91425" tIns="45700" rIns="91425" bIns="45700" anchor="b" anchorCtr="0">
            <a:noAutofit/>
          </a:bodyPr>
          <a:lstStyle>
            <a:lvl1pPr marL="457200" lvl="0" indent="-228600" algn="l">
              <a:lnSpc>
                <a:spcPct val="100000"/>
              </a:lnSpc>
              <a:spcBef>
                <a:spcPts val="670"/>
              </a:spcBef>
              <a:spcAft>
                <a:spcPts val="0"/>
              </a:spcAft>
              <a:buSzPts val="3220"/>
              <a:buNone/>
              <a:defRPr sz="2800" b="0">
                <a:solidFill>
                  <a:schemeClr val="accent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None/>
              <a:defRPr sz="2000" b="1"/>
            </a:lvl2pPr>
            <a:lvl3pPr marL="1371600" lvl="2" indent="-228600" algn="l">
              <a:lnSpc>
                <a:spcPct val="100000"/>
              </a:lnSpc>
              <a:spcBef>
                <a:spcPts val="600"/>
              </a:spcBef>
              <a:spcAft>
                <a:spcPts val="0"/>
              </a:spcAft>
              <a:buSzPts val="2070"/>
              <a:buNone/>
              <a:defRPr sz="1800" b="1"/>
            </a:lvl3pPr>
            <a:lvl4pPr marL="1828800" lvl="3" indent="-228600" algn="l">
              <a:lnSpc>
                <a:spcPct val="100000"/>
              </a:lnSpc>
              <a:spcBef>
                <a:spcPts val="600"/>
              </a:spcBef>
              <a:spcAft>
                <a:spcPts val="0"/>
              </a:spcAft>
              <a:buSzPts val="1840"/>
              <a:buNone/>
              <a:defRPr sz="1600" b="1"/>
            </a:lvl4pPr>
            <a:lvl5pPr marL="2286000" lvl="4" indent="-228600" algn="l">
              <a:lnSpc>
                <a:spcPct val="100000"/>
              </a:lnSpc>
              <a:spcBef>
                <a:spcPts val="600"/>
              </a:spcBef>
              <a:spcAft>
                <a:spcPts val="0"/>
              </a:spcAft>
              <a:buSzPts val="1840"/>
              <a:buNone/>
              <a:defRPr sz="1600" b="1"/>
            </a:lvl5pPr>
            <a:lvl6pPr marL="2743200" lvl="5" indent="-228600" algn="l">
              <a:lnSpc>
                <a:spcPct val="100000"/>
              </a:lnSpc>
              <a:spcBef>
                <a:spcPts val="600"/>
              </a:spcBef>
              <a:spcAft>
                <a:spcPts val="0"/>
              </a:spcAft>
              <a:buSzPts val="1840"/>
              <a:buNone/>
              <a:defRPr sz="1600" b="1"/>
            </a:lvl6pPr>
            <a:lvl7pPr marL="3200400" lvl="6" indent="-228600" algn="l">
              <a:lnSpc>
                <a:spcPct val="100000"/>
              </a:lnSpc>
              <a:spcBef>
                <a:spcPts val="600"/>
              </a:spcBef>
              <a:spcAft>
                <a:spcPts val="0"/>
              </a:spcAft>
              <a:buSzPts val="1840"/>
              <a:buNone/>
              <a:defRPr sz="1600" b="1"/>
            </a:lvl7pPr>
            <a:lvl8pPr marL="3657600" lvl="7" indent="-228600" algn="l">
              <a:lnSpc>
                <a:spcPct val="100000"/>
              </a:lnSpc>
              <a:spcBef>
                <a:spcPts val="600"/>
              </a:spcBef>
              <a:spcAft>
                <a:spcPts val="0"/>
              </a:spcAft>
              <a:buSzPts val="1840"/>
              <a:buNone/>
              <a:defRPr sz="1600" b="1"/>
            </a:lvl8pPr>
            <a:lvl9pPr marL="4114800" lvl="8" indent="-228600" algn="l">
              <a:lnSpc>
                <a:spcPct val="100000"/>
              </a:lnSpc>
              <a:spcBef>
                <a:spcPts val="600"/>
              </a:spcBef>
              <a:spcAft>
                <a:spcPts val="600"/>
              </a:spcAft>
              <a:buSzPts val="1840"/>
              <a:buNone/>
              <a:defRPr sz="1600" b="1"/>
            </a:lvl9pPr>
          </a:lstStyle>
          <a:p/>
        </p:txBody>
      </p:sp>
      <p:sp>
        <p:nvSpPr>
          <p:cNvPr id="55" name="Google Shape;55;p50"/>
          <p:cNvSpPr txBox="1"/>
          <p:nvPr>
            <p:ph type="body" idx="4"/>
          </p:nvPr>
        </p:nvSpPr>
        <p:spPr>
          <a:xfrm>
            <a:off x="6180670" y="3243262"/>
            <a:ext cx="4718304" cy="263260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56" name="Google Shape;56;p5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5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5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59" name="Google Shape;59;p50"/>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60" name="Shape 60"/>
        <p:cNvGrpSpPr/>
        <p:nvPr/>
      </p:nvGrpSpPr>
      <p:grpSpPr>
        <a:xfrm>
          <a:off x="0" y="0"/>
          <a:ext cx="0" cy="0"/>
          <a:chOff x="0" y="0"/>
          <a:chExt cx="0" cy="0"/>
        </a:xfrm>
      </p:grpSpPr>
      <p:sp>
        <p:nvSpPr>
          <p:cNvPr id="61" name="Google Shape;61;p5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5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5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5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65" name="Google Shape;65;p5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66" name="Shape 66"/>
        <p:cNvGrpSpPr/>
        <p:nvPr/>
      </p:nvGrpSpPr>
      <p:grpSpPr>
        <a:xfrm>
          <a:off x="0" y="0"/>
          <a:ext cx="0" cy="0"/>
          <a:chOff x="0" y="0"/>
          <a:chExt cx="0" cy="0"/>
        </a:xfrm>
      </p:grpSpPr>
      <p:sp>
        <p:nvSpPr>
          <p:cNvPr id="67" name="Google Shape;67;p5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8" name="Google Shape;68;p5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5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70" name="Shape 70"/>
        <p:cNvGrpSpPr/>
        <p:nvPr/>
      </p:nvGrpSpPr>
      <p:grpSpPr>
        <a:xfrm>
          <a:off x="0" y="0"/>
          <a:ext cx="0" cy="0"/>
          <a:chOff x="0" y="0"/>
          <a:chExt cx="0" cy="0"/>
        </a:xfrm>
      </p:grpSpPr>
      <p:sp>
        <p:nvSpPr>
          <p:cNvPr id="71" name="Google Shape;71;p53"/>
          <p:cNvSpPr txBox="1"/>
          <p:nvPr>
            <p:ph type="title"/>
          </p:nvPr>
        </p:nvSpPr>
        <p:spPr>
          <a:xfrm>
            <a:off x="1293811" y="1388534"/>
            <a:ext cx="3718455"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53"/>
          <p:cNvSpPr txBox="1"/>
          <p:nvPr>
            <p:ph type="body" idx="1"/>
          </p:nvPr>
        </p:nvSpPr>
        <p:spPr>
          <a:xfrm>
            <a:off x="5418668" y="982131"/>
            <a:ext cx="5469466" cy="4893735"/>
          </a:xfrm>
          <a:prstGeom prst="rect">
            <a:avLst/>
          </a:prstGeom>
          <a:noFill/>
          <a:ln>
            <a:noFill/>
          </a:ln>
        </p:spPr>
        <p:txBody>
          <a:bodyPr spcFirstLastPara="1" wrap="square" lIns="91425" tIns="45700" rIns="91425" bIns="45700" anchor="ctr"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73" name="Google Shape;73;p53"/>
          <p:cNvSpPr txBox="1"/>
          <p:nvPr>
            <p:ph type="body" idx="2"/>
          </p:nvPr>
        </p:nvSpPr>
        <p:spPr>
          <a:xfrm>
            <a:off x="1293811" y="3031065"/>
            <a:ext cx="3718455" cy="2438404"/>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20"/>
              </a:spcBef>
              <a:spcAft>
                <a:spcPts val="0"/>
              </a:spcAft>
              <a:buSzPts val="1840"/>
              <a:buNone/>
              <a:defRPr sz="16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74" name="Google Shape;74;p53"/>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5" name="Google Shape;75;p53"/>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53"/>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77" name="Google Shape;77;p53"/>
          <p:cNvCxnSpPr/>
          <p:nvPr/>
        </p:nvCxnSpPr>
        <p:spPr>
          <a:xfrm>
            <a:off x="1396169" y="2912533"/>
            <a:ext cx="35144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78" name="Shape 78"/>
        <p:cNvGrpSpPr/>
        <p:nvPr/>
      </p:nvGrpSpPr>
      <p:grpSpPr>
        <a:xfrm>
          <a:off x="0" y="0"/>
          <a:ext cx="0" cy="0"/>
          <a:chOff x="0" y="0"/>
          <a:chExt cx="0" cy="0"/>
        </a:xfrm>
      </p:grpSpPr>
      <p:sp>
        <p:nvSpPr>
          <p:cNvPr id="79" name="Google Shape;79;p54"/>
          <p:cNvSpPr txBox="1"/>
          <p:nvPr>
            <p:ph type="title"/>
          </p:nvPr>
        </p:nvSpPr>
        <p:spPr>
          <a:xfrm>
            <a:off x="1295399" y="1883832"/>
            <a:ext cx="6241816" cy="1371600"/>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800"/>
              <a:buFont typeface="Garamond" panose="02020404030301010803"/>
              <a:buNone/>
              <a:defRPr sz="28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54"/>
          <p:cNvSpPr/>
          <p:nvPr>
            <p:ph type="pic" idx="2"/>
          </p:nvPr>
        </p:nvSpPr>
        <p:spPr>
          <a:xfrm>
            <a:off x="8094831" y="1041400"/>
            <a:ext cx="3063347" cy="4775200"/>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1" name="Google Shape;81;p54"/>
          <p:cNvSpPr txBox="1"/>
          <p:nvPr>
            <p:ph type="body" idx="1"/>
          </p:nvPr>
        </p:nvSpPr>
        <p:spPr>
          <a:xfrm>
            <a:off x="1295399" y="3255432"/>
            <a:ext cx="6241816" cy="1828800"/>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360"/>
              </a:spcBef>
              <a:spcAft>
                <a:spcPts val="0"/>
              </a:spcAft>
              <a:buSzPts val="2070"/>
              <a:buNone/>
              <a:defRPr sz="18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2" name="Google Shape;82;p54"/>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54"/>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54"/>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Panoramic Picture with Caption">
  <p:cSld name="Panoramic Picture with Caption">
    <p:spTree>
      <p:nvGrpSpPr>
        <p:cNvPr id="85" name="Shape 85"/>
        <p:cNvGrpSpPr/>
        <p:nvPr/>
      </p:nvGrpSpPr>
      <p:grpSpPr>
        <a:xfrm>
          <a:off x="0" y="0"/>
          <a:ext cx="0" cy="0"/>
          <a:chOff x="0" y="0"/>
          <a:chExt cx="0" cy="0"/>
        </a:xfrm>
      </p:grpSpPr>
      <p:sp>
        <p:nvSpPr>
          <p:cNvPr id="86" name="Google Shape;86;p55"/>
          <p:cNvSpPr txBox="1"/>
          <p:nvPr>
            <p:ph type="title"/>
          </p:nvPr>
        </p:nvSpPr>
        <p:spPr>
          <a:xfrm>
            <a:off x="1295401" y="4815415"/>
            <a:ext cx="9609666" cy="566738"/>
          </a:xfrm>
          <a:prstGeom prst="rect">
            <a:avLst/>
          </a:prstGeom>
          <a:noFill/>
          <a:ln>
            <a:noFill/>
          </a:ln>
        </p:spPr>
        <p:txBody>
          <a:bodyPr spcFirstLastPara="1" wrap="square" lIns="91425" tIns="45700" rIns="91425" bIns="45700" anchor="b" anchorCtr="0">
            <a:normAutofit/>
          </a:bodyPr>
          <a:lstStyle>
            <a:lvl1pPr lvl="0" algn="ctr">
              <a:lnSpc>
                <a:spcPct val="100000"/>
              </a:lnSpc>
              <a:spcBef>
                <a:spcPts val="0"/>
              </a:spcBef>
              <a:spcAft>
                <a:spcPts val="0"/>
              </a:spcAft>
              <a:buClr>
                <a:srgbClr val="262626"/>
              </a:buClr>
              <a:buSzPts val="2400"/>
              <a:buFont typeface="Garamond" panose="02020404030301010803"/>
              <a:buNone/>
              <a:defRPr sz="2400"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55"/>
          <p:cNvSpPr/>
          <p:nvPr>
            <p:ph type="pic" idx="2"/>
          </p:nvPr>
        </p:nvSpPr>
        <p:spPr>
          <a:xfrm>
            <a:off x="1041427" y="1041399"/>
            <a:ext cx="10105972" cy="3335869"/>
          </a:xfrm>
          <a:prstGeom prst="roundRect">
            <a:avLst>
              <a:gd name="adj" fmla="val 0"/>
            </a:avLst>
          </a:prstGeom>
          <a:noFill/>
          <a:ln w="57150" cap="flat" cmpd="thickThin">
            <a:solidFill>
              <a:srgbClr val="7F7F7F"/>
            </a:solidFill>
            <a:prstDash val="solid"/>
            <a:miter lim="8000"/>
            <a:headEnd type="none" w="sm" len="sm"/>
            <a:tailEnd type="none" w="sm" len="sm"/>
          </a:ln>
        </p:spPr>
      </p:sp>
      <p:sp>
        <p:nvSpPr>
          <p:cNvPr id="88" name="Google Shape;88;p55"/>
          <p:cNvSpPr txBox="1"/>
          <p:nvPr>
            <p:ph type="body" idx="1"/>
          </p:nvPr>
        </p:nvSpPr>
        <p:spPr>
          <a:xfrm>
            <a:off x="1295401" y="5382153"/>
            <a:ext cx="9609666" cy="493712"/>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280"/>
              </a:spcBef>
              <a:spcAft>
                <a:spcPts val="0"/>
              </a:spcAft>
              <a:buSzPts val="1610"/>
              <a:buNone/>
              <a:defRPr sz="14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1380"/>
              <a:buNone/>
              <a:defRPr sz="1200"/>
            </a:lvl2pPr>
            <a:lvl3pPr marL="1371600" lvl="2" indent="-228600" algn="l">
              <a:lnSpc>
                <a:spcPct val="100000"/>
              </a:lnSpc>
              <a:spcBef>
                <a:spcPts val="600"/>
              </a:spcBef>
              <a:spcAft>
                <a:spcPts val="0"/>
              </a:spcAft>
              <a:buSzPts val="1150"/>
              <a:buNone/>
              <a:defRPr sz="1000"/>
            </a:lvl3pPr>
            <a:lvl4pPr marL="1828800" lvl="3" indent="-228600" algn="l">
              <a:lnSpc>
                <a:spcPct val="100000"/>
              </a:lnSpc>
              <a:spcBef>
                <a:spcPts val="600"/>
              </a:spcBef>
              <a:spcAft>
                <a:spcPts val="0"/>
              </a:spcAft>
              <a:buSzPts val="1035"/>
              <a:buNone/>
              <a:defRPr sz="900"/>
            </a:lvl4pPr>
            <a:lvl5pPr marL="2286000" lvl="4" indent="-228600" algn="l">
              <a:lnSpc>
                <a:spcPct val="100000"/>
              </a:lnSpc>
              <a:spcBef>
                <a:spcPts val="600"/>
              </a:spcBef>
              <a:spcAft>
                <a:spcPts val="0"/>
              </a:spcAft>
              <a:buSzPts val="1035"/>
              <a:buNone/>
              <a:defRPr sz="900"/>
            </a:lvl5pPr>
            <a:lvl6pPr marL="2743200" lvl="5" indent="-228600" algn="l">
              <a:lnSpc>
                <a:spcPct val="100000"/>
              </a:lnSpc>
              <a:spcBef>
                <a:spcPts val="600"/>
              </a:spcBef>
              <a:spcAft>
                <a:spcPts val="0"/>
              </a:spcAft>
              <a:buSzPts val="1035"/>
              <a:buNone/>
              <a:defRPr sz="900"/>
            </a:lvl6pPr>
            <a:lvl7pPr marL="3200400" lvl="6" indent="-228600" algn="l">
              <a:lnSpc>
                <a:spcPct val="100000"/>
              </a:lnSpc>
              <a:spcBef>
                <a:spcPts val="600"/>
              </a:spcBef>
              <a:spcAft>
                <a:spcPts val="0"/>
              </a:spcAft>
              <a:buSzPts val="1035"/>
              <a:buNone/>
              <a:defRPr sz="900"/>
            </a:lvl7pPr>
            <a:lvl8pPr marL="3657600" lvl="7" indent="-228600" algn="l">
              <a:lnSpc>
                <a:spcPct val="100000"/>
              </a:lnSpc>
              <a:spcBef>
                <a:spcPts val="600"/>
              </a:spcBef>
              <a:spcAft>
                <a:spcPts val="0"/>
              </a:spcAft>
              <a:buSzPts val="1035"/>
              <a:buNone/>
              <a:defRPr sz="900"/>
            </a:lvl8pPr>
            <a:lvl9pPr marL="4114800" lvl="8" indent="-228600" algn="l">
              <a:lnSpc>
                <a:spcPct val="100000"/>
              </a:lnSpc>
              <a:spcBef>
                <a:spcPts val="600"/>
              </a:spcBef>
              <a:spcAft>
                <a:spcPts val="600"/>
              </a:spcAft>
              <a:buSzPts val="1035"/>
              <a:buNone/>
              <a:defRPr sz="900"/>
            </a:lvl9pPr>
          </a:lstStyle>
          <a:p/>
        </p:txBody>
      </p:sp>
      <p:sp>
        <p:nvSpPr>
          <p:cNvPr id="89" name="Google Shape;89;p5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p5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p5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aption">
  <p:cSld name="Title and Caption">
    <p:spTree>
      <p:nvGrpSpPr>
        <p:cNvPr id="92" name="Shape 92"/>
        <p:cNvGrpSpPr/>
        <p:nvPr/>
      </p:nvGrpSpPr>
      <p:grpSpPr>
        <a:xfrm>
          <a:off x="0" y="0"/>
          <a:ext cx="0" cy="0"/>
          <a:chOff x="0" y="0"/>
          <a:chExt cx="0" cy="0"/>
        </a:xfrm>
      </p:grpSpPr>
      <p:sp>
        <p:nvSpPr>
          <p:cNvPr id="93" name="Google Shape;93;p56"/>
          <p:cNvSpPr txBox="1"/>
          <p:nvPr>
            <p:ph type="title"/>
          </p:nvPr>
        </p:nvSpPr>
        <p:spPr>
          <a:xfrm>
            <a:off x="1303868" y="982132"/>
            <a:ext cx="9592732" cy="29548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56"/>
          <p:cNvSpPr txBox="1"/>
          <p:nvPr>
            <p:ph type="body" idx="1"/>
          </p:nvPr>
        </p:nvSpPr>
        <p:spPr>
          <a:xfrm>
            <a:off x="1303868" y="4343399"/>
            <a:ext cx="9592732"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95" name="Google Shape;95;p56"/>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56"/>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p56"/>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98" name="Google Shape;98;p56"/>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Quote with Caption">
  <p:cSld name="Quote with Caption">
    <p:spTree>
      <p:nvGrpSpPr>
        <p:cNvPr id="99" name="Shape 99"/>
        <p:cNvGrpSpPr/>
        <p:nvPr/>
      </p:nvGrpSpPr>
      <p:grpSpPr>
        <a:xfrm>
          <a:off x="0" y="0"/>
          <a:ext cx="0" cy="0"/>
          <a:chOff x="0" y="0"/>
          <a:chExt cx="0" cy="0"/>
        </a:xfrm>
      </p:grpSpPr>
      <p:sp>
        <p:nvSpPr>
          <p:cNvPr id="100" name="Google Shape;100;p57"/>
          <p:cNvSpPr txBox="1"/>
          <p:nvPr>
            <p:ph type="title"/>
          </p:nvPr>
        </p:nvSpPr>
        <p:spPr>
          <a:xfrm>
            <a:off x="1446213" y="982132"/>
            <a:ext cx="9296398" cy="2370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1" name="Google Shape;101;p57"/>
          <p:cNvSpPr txBox="1"/>
          <p:nvPr>
            <p:ph type="body" idx="1"/>
          </p:nvPr>
        </p:nvSpPr>
        <p:spPr>
          <a:xfrm>
            <a:off x="1674812" y="3352800"/>
            <a:ext cx="8839202" cy="584200"/>
          </a:xfrm>
          <a:prstGeom prst="rect">
            <a:avLst/>
          </a:prstGeom>
          <a:noFill/>
          <a:ln>
            <a:noFill/>
          </a:ln>
        </p:spPr>
        <p:txBody>
          <a:bodyPr spcFirstLastPara="1" wrap="square" lIns="91425" tIns="45700" rIns="91425" bIns="45700" anchor="ctr" anchorCtr="0">
            <a:normAutofit/>
          </a:bodyPr>
          <a:lstStyle>
            <a:lvl1pPr marL="457200" lvl="0" indent="-228600" algn="r">
              <a:lnSpc>
                <a:spcPct val="100000"/>
              </a:lnSpc>
              <a:spcBef>
                <a:spcPts val="400"/>
              </a:spcBef>
              <a:spcAft>
                <a:spcPts val="0"/>
              </a:spcAft>
              <a:buSzPts val="2300"/>
              <a:buFont typeface="Garamond" panose="02020404030301010803"/>
              <a:buNone/>
              <a:defRPr sz="200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300"/>
              <a:buFont typeface="Garamond" panose="02020404030301010803"/>
              <a:buNone/>
              <a:defRPr/>
            </a:lvl2pPr>
            <a:lvl3pPr marL="1371600" lvl="2" indent="-228600" algn="l">
              <a:lnSpc>
                <a:spcPct val="100000"/>
              </a:lnSpc>
              <a:spcBef>
                <a:spcPts val="600"/>
              </a:spcBef>
              <a:spcAft>
                <a:spcPts val="0"/>
              </a:spcAft>
              <a:buSzPts val="2070"/>
              <a:buFont typeface="Garamond" panose="02020404030301010803"/>
              <a:buNone/>
              <a:defRPr/>
            </a:lvl3pPr>
            <a:lvl4pPr marL="1828800" lvl="3" indent="-228600" algn="l">
              <a:lnSpc>
                <a:spcPct val="100000"/>
              </a:lnSpc>
              <a:spcBef>
                <a:spcPts val="600"/>
              </a:spcBef>
              <a:spcAft>
                <a:spcPts val="0"/>
              </a:spcAft>
              <a:buSzPts val="1840"/>
              <a:buFont typeface="Garamond" panose="02020404030301010803"/>
              <a:buNone/>
              <a:defRPr/>
            </a:lvl4pPr>
            <a:lvl5pPr marL="2286000" lvl="4" indent="-228600" algn="l">
              <a:lnSpc>
                <a:spcPct val="100000"/>
              </a:lnSpc>
              <a:spcBef>
                <a:spcPts val="600"/>
              </a:spcBef>
              <a:spcAft>
                <a:spcPts val="0"/>
              </a:spcAft>
              <a:buSzPts val="1610"/>
              <a:buFont typeface="Garamond" panose="02020404030301010803"/>
              <a:buNone/>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02" name="Google Shape;102;p57"/>
          <p:cNvSpPr txBox="1"/>
          <p:nvPr>
            <p:ph type="body" idx="2"/>
          </p:nvPr>
        </p:nvSpPr>
        <p:spPr>
          <a:xfrm>
            <a:off x="1295401" y="4343399"/>
            <a:ext cx="9609666" cy="1532467"/>
          </a:xfrm>
          <a:prstGeom prst="rect">
            <a:avLst/>
          </a:prstGeom>
          <a:noFill/>
          <a:ln>
            <a:noFill/>
          </a:ln>
        </p:spPr>
        <p:txBody>
          <a:bodyPr spcFirstLastPara="1" wrap="square" lIns="91425" tIns="45700" rIns="91425" bIns="45700" anchor="ctr" anchorCtr="0">
            <a:normAutofit/>
          </a:bodyPr>
          <a:lstStyle>
            <a:lvl1pPr marL="457200" lvl="0" indent="-228600" algn="ctr">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03" name="Google Shape;103;p57"/>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4" name="Google Shape;104;p57"/>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5" name="Google Shape;105;p57"/>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06" name="Google Shape;106;p57"/>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07" name="Google Shape;107;p57"/>
          <p:cNvSpPr txBox="1"/>
          <p:nvPr/>
        </p:nvSpPr>
        <p:spPr>
          <a:xfrm>
            <a:off x="10600267" y="2827870"/>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08" name="Google Shape;108;p57"/>
          <p:cNvCxnSpPr/>
          <p:nvPr/>
        </p:nvCxnSpPr>
        <p:spPr>
          <a:xfrm>
            <a:off x="1396169" y="4140199"/>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Name Card">
  <p:cSld name="Name Card">
    <p:spTree>
      <p:nvGrpSpPr>
        <p:cNvPr id="109" name="Shape 109"/>
        <p:cNvGrpSpPr/>
        <p:nvPr/>
      </p:nvGrpSpPr>
      <p:grpSpPr>
        <a:xfrm>
          <a:off x="0" y="0"/>
          <a:ext cx="0" cy="0"/>
          <a:chOff x="0" y="0"/>
          <a:chExt cx="0" cy="0"/>
        </a:xfrm>
      </p:grpSpPr>
      <p:sp>
        <p:nvSpPr>
          <p:cNvPr id="110" name="Google Shape;110;p58"/>
          <p:cNvSpPr txBox="1"/>
          <p:nvPr>
            <p:ph type="title"/>
          </p:nvPr>
        </p:nvSpPr>
        <p:spPr>
          <a:xfrm>
            <a:off x="1295402" y="3308581"/>
            <a:ext cx="9609668" cy="1468800"/>
          </a:xfrm>
          <a:prstGeom prst="rect">
            <a:avLst/>
          </a:prstGeom>
          <a:noFill/>
          <a:ln>
            <a:noFill/>
          </a:ln>
        </p:spPr>
        <p:txBody>
          <a:bodyPr spcFirstLastPara="1" wrap="square" lIns="91425" tIns="45700" rIns="91425" bIns="45700" anchor="b" anchorCtr="0">
            <a:normAutofit/>
          </a:bodyPr>
          <a:lstStyle>
            <a:lvl1pPr lvl="0" algn="l">
              <a:lnSpc>
                <a:spcPct val="100000"/>
              </a:lnSpc>
              <a:spcBef>
                <a:spcPts val="0"/>
              </a:spcBef>
              <a:spcAft>
                <a:spcPts val="0"/>
              </a:spcAft>
              <a:buClr>
                <a:srgbClr val="262626"/>
              </a:buClr>
              <a:buSzPts val="3200"/>
              <a:buFont typeface="Garamond" panose="02020404030301010803"/>
              <a:buNone/>
              <a:defRPr sz="3200" b="0" cap="none">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1" name="Google Shape;111;p58"/>
          <p:cNvSpPr txBox="1"/>
          <p:nvPr>
            <p:ph type="body" idx="1"/>
          </p:nvPr>
        </p:nvSpPr>
        <p:spPr>
          <a:xfrm>
            <a:off x="1295401" y="4777381"/>
            <a:ext cx="9609668" cy="8604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400"/>
              </a:spcBef>
              <a:spcAft>
                <a:spcPts val="0"/>
              </a:spcAft>
              <a:buSzPts val="2300"/>
              <a:buNone/>
              <a:defRPr sz="20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2" name="Google Shape;112;p58"/>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3" name="Google Shape;113;p58"/>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4" name="Google Shape;114;p58"/>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Name Card">
  <p:cSld name="Quote Name Card">
    <p:spTree>
      <p:nvGrpSpPr>
        <p:cNvPr id="115" name="Shape 115"/>
        <p:cNvGrpSpPr/>
        <p:nvPr/>
      </p:nvGrpSpPr>
      <p:grpSpPr>
        <a:xfrm>
          <a:off x="0" y="0"/>
          <a:ext cx="0" cy="0"/>
          <a:chOff x="0" y="0"/>
          <a:chExt cx="0" cy="0"/>
        </a:xfrm>
      </p:grpSpPr>
      <p:sp>
        <p:nvSpPr>
          <p:cNvPr id="116" name="Google Shape;116;p59"/>
          <p:cNvSpPr txBox="1"/>
          <p:nvPr>
            <p:ph type="title"/>
          </p:nvPr>
        </p:nvSpPr>
        <p:spPr>
          <a:xfrm>
            <a:off x="1446213" y="982132"/>
            <a:ext cx="9296398"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3200"/>
              <a:buFont typeface="Garamond" panose="02020404030301010803"/>
              <a:buNone/>
              <a:defRPr sz="3200" b="0"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7" name="Google Shape;117;p59"/>
          <p:cNvSpPr txBox="1"/>
          <p:nvPr>
            <p:ph type="body" idx="1"/>
          </p:nvPr>
        </p:nvSpPr>
        <p:spPr>
          <a:xfrm>
            <a:off x="1295401" y="3639312"/>
            <a:ext cx="9609668" cy="88696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2760"/>
              <a:buNone/>
              <a:defRPr sz="24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8" name="Google Shape;118;p59"/>
          <p:cNvSpPr txBox="1"/>
          <p:nvPr>
            <p:ph type="body" idx="2"/>
          </p:nvPr>
        </p:nvSpPr>
        <p:spPr>
          <a:xfrm>
            <a:off x="1295401" y="4529667"/>
            <a:ext cx="9609668" cy="1346200"/>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19" name="Google Shape;119;p59"/>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59"/>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59"/>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
        <p:nvSpPr>
          <p:cNvPr id="122" name="Google Shape;122;p59"/>
          <p:cNvSpPr txBox="1"/>
          <p:nvPr/>
        </p:nvSpPr>
        <p:spPr>
          <a:xfrm>
            <a:off x="862013" y="879961"/>
            <a:ext cx="609600" cy="584776"/>
          </a:xfrm>
          <a:prstGeom prst="rect">
            <a:avLst/>
          </a:prstGeom>
          <a:noFill/>
          <a:ln>
            <a:noFill/>
          </a:ln>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123" name="Google Shape;123;p59"/>
          <p:cNvSpPr txBox="1"/>
          <p:nvPr/>
        </p:nvSpPr>
        <p:spPr>
          <a:xfrm>
            <a:off x="10600267" y="2599261"/>
            <a:ext cx="609600" cy="584776"/>
          </a:xfrm>
          <a:prstGeom prst="rect">
            <a:avLst/>
          </a:prstGeom>
          <a:noFill/>
          <a:ln>
            <a:noFill/>
          </a:ln>
        </p:spPr>
        <p:txBody>
          <a:bodyPr spcFirstLastPara="1" wrap="square" lIns="91425" tIns="45700" rIns="91425" bIns="45700" anchor="ctr" anchorCtr="0">
            <a:noAutofit/>
          </a:bodyPr>
          <a:lstStyle/>
          <a:p>
            <a:pPr marL="0" marR="0" lvl="0" indent="0" algn="r" rtl="0">
              <a:lnSpc>
                <a:spcPct val="100000"/>
              </a:lnSpc>
              <a:spcBef>
                <a:spcPts val="0"/>
              </a:spcBef>
              <a:spcAft>
                <a:spcPts val="0"/>
              </a:spcAft>
              <a:buClr>
                <a:srgbClr val="000000"/>
              </a:buClr>
              <a:buSzPts val="8000"/>
              <a:buFont typeface="Arial" panose="020B0604020202020204"/>
              <a:buNone/>
            </a:pPr>
            <a:r>
              <a:rPr lang="en-US" sz="8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cxnSp>
        <p:nvCxnSpPr>
          <p:cNvPr id="124" name="Google Shape;124;p59"/>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rue or False">
  <p:cSld name="True or False">
    <p:spTree>
      <p:nvGrpSpPr>
        <p:cNvPr id="125" name="Shape 125"/>
        <p:cNvGrpSpPr/>
        <p:nvPr/>
      </p:nvGrpSpPr>
      <p:grpSpPr>
        <a:xfrm>
          <a:off x="0" y="0"/>
          <a:ext cx="0" cy="0"/>
          <a:chOff x="0" y="0"/>
          <a:chExt cx="0" cy="0"/>
        </a:xfrm>
      </p:grpSpPr>
      <p:sp>
        <p:nvSpPr>
          <p:cNvPr id="126" name="Google Shape;126;p60"/>
          <p:cNvSpPr txBox="1"/>
          <p:nvPr>
            <p:ph type="title"/>
          </p:nvPr>
        </p:nvSpPr>
        <p:spPr>
          <a:xfrm>
            <a:off x="1295401" y="982132"/>
            <a:ext cx="9609666" cy="2243668"/>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b="0">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7" name="Google Shape;127;p60"/>
          <p:cNvSpPr txBox="1"/>
          <p:nvPr>
            <p:ph type="body" idx="1"/>
          </p:nvPr>
        </p:nvSpPr>
        <p:spPr>
          <a:xfrm>
            <a:off x="1295401" y="3630168"/>
            <a:ext cx="9609668" cy="841248"/>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0"/>
              </a:spcBef>
              <a:spcAft>
                <a:spcPts val="0"/>
              </a:spcAft>
              <a:buSzPts val="3220"/>
              <a:buNone/>
              <a:defRPr sz="2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8" name="Google Shape;128;p60"/>
          <p:cNvSpPr txBox="1"/>
          <p:nvPr>
            <p:ph type="body" idx="2"/>
          </p:nvPr>
        </p:nvSpPr>
        <p:spPr>
          <a:xfrm>
            <a:off x="1295400" y="4470399"/>
            <a:ext cx="9609670" cy="1405467"/>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360"/>
              </a:spcBef>
              <a:spcAft>
                <a:spcPts val="0"/>
              </a:spcAft>
              <a:buSzPts val="2070"/>
              <a:buNone/>
              <a:defRPr sz="1800">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228600" algn="l">
              <a:lnSpc>
                <a:spcPct val="100000"/>
              </a:lnSpc>
              <a:spcBef>
                <a:spcPts val="600"/>
              </a:spcBef>
              <a:spcAft>
                <a:spcPts val="0"/>
              </a:spcAft>
              <a:buSzPts val="2070"/>
              <a:buNone/>
              <a:defRPr sz="1800">
                <a:solidFill>
                  <a:srgbClr val="888888"/>
                </a:solidFill>
              </a:defRPr>
            </a:lvl2pPr>
            <a:lvl3pPr marL="1371600" lvl="2" indent="-228600" algn="l">
              <a:lnSpc>
                <a:spcPct val="100000"/>
              </a:lnSpc>
              <a:spcBef>
                <a:spcPts val="600"/>
              </a:spcBef>
              <a:spcAft>
                <a:spcPts val="0"/>
              </a:spcAft>
              <a:buSzPts val="1840"/>
              <a:buNone/>
              <a:defRPr sz="1600">
                <a:solidFill>
                  <a:srgbClr val="888888"/>
                </a:solidFill>
              </a:defRPr>
            </a:lvl3pPr>
            <a:lvl4pPr marL="1828800" lvl="3" indent="-228600" algn="l">
              <a:lnSpc>
                <a:spcPct val="100000"/>
              </a:lnSpc>
              <a:spcBef>
                <a:spcPts val="600"/>
              </a:spcBef>
              <a:spcAft>
                <a:spcPts val="0"/>
              </a:spcAft>
              <a:buSzPts val="1610"/>
              <a:buNone/>
              <a:defRPr sz="1400">
                <a:solidFill>
                  <a:srgbClr val="888888"/>
                </a:solidFill>
              </a:defRPr>
            </a:lvl4pPr>
            <a:lvl5pPr marL="2286000" lvl="4" indent="-228600" algn="l">
              <a:lnSpc>
                <a:spcPct val="100000"/>
              </a:lnSpc>
              <a:spcBef>
                <a:spcPts val="600"/>
              </a:spcBef>
              <a:spcAft>
                <a:spcPts val="0"/>
              </a:spcAft>
              <a:buSzPts val="1610"/>
              <a:buNone/>
              <a:defRPr sz="1400">
                <a:solidFill>
                  <a:srgbClr val="888888"/>
                </a:solidFill>
              </a:defRPr>
            </a:lvl5pPr>
            <a:lvl6pPr marL="2743200" lvl="5" indent="-228600" algn="l">
              <a:lnSpc>
                <a:spcPct val="100000"/>
              </a:lnSpc>
              <a:spcBef>
                <a:spcPts val="600"/>
              </a:spcBef>
              <a:spcAft>
                <a:spcPts val="0"/>
              </a:spcAft>
              <a:buSzPts val="1610"/>
              <a:buNone/>
              <a:defRPr sz="1400">
                <a:solidFill>
                  <a:srgbClr val="888888"/>
                </a:solidFill>
              </a:defRPr>
            </a:lvl6pPr>
            <a:lvl7pPr marL="3200400" lvl="6" indent="-228600" algn="l">
              <a:lnSpc>
                <a:spcPct val="100000"/>
              </a:lnSpc>
              <a:spcBef>
                <a:spcPts val="600"/>
              </a:spcBef>
              <a:spcAft>
                <a:spcPts val="0"/>
              </a:spcAft>
              <a:buSzPts val="1610"/>
              <a:buNone/>
              <a:defRPr sz="1400">
                <a:solidFill>
                  <a:srgbClr val="888888"/>
                </a:solidFill>
              </a:defRPr>
            </a:lvl7pPr>
            <a:lvl8pPr marL="3657600" lvl="7" indent="-228600" algn="l">
              <a:lnSpc>
                <a:spcPct val="100000"/>
              </a:lnSpc>
              <a:spcBef>
                <a:spcPts val="600"/>
              </a:spcBef>
              <a:spcAft>
                <a:spcPts val="0"/>
              </a:spcAft>
              <a:buSzPts val="1610"/>
              <a:buNone/>
              <a:defRPr sz="1400">
                <a:solidFill>
                  <a:srgbClr val="888888"/>
                </a:solidFill>
              </a:defRPr>
            </a:lvl8pPr>
            <a:lvl9pPr marL="4114800" lvl="8" indent="-228600" algn="l">
              <a:lnSpc>
                <a:spcPct val="100000"/>
              </a:lnSpc>
              <a:spcBef>
                <a:spcPts val="600"/>
              </a:spcBef>
              <a:spcAft>
                <a:spcPts val="600"/>
              </a:spcAft>
              <a:buSzPts val="1610"/>
              <a:buNone/>
              <a:defRPr sz="1400">
                <a:solidFill>
                  <a:srgbClr val="888888"/>
                </a:solidFill>
              </a:defRPr>
            </a:lvl9pPr>
          </a:lstStyle>
          <a:p/>
        </p:txBody>
      </p:sp>
      <p:sp>
        <p:nvSpPr>
          <p:cNvPr id="129" name="Google Shape;129;p60"/>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0" name="Google Shape;130;p60"/>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1" name="Google Shape;131;p60"/>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2" name="Google Shape;132;p60"/>
          <p:cNvCxnSpPr/>
          <p:nvPr/>
        </p:nvCxnSpPr>
        <p:spPr>
          <a:xfrm>
            <a:off x="1396169" y="3429000"/>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33" name="Shape 133"/>
        <p:cNvGrpSpPr/>
        <p:nvPr/>
      </p:nvGrpSpPr>
      <p:grpSpPr>
        <a:xfrm>
          <a:off x="0" y="0"/>
          <a:ext cx="0" cy="0"/>
          <a:chOff x="0" y="0"/>
          <a:chExt cx="0" cy="0"/>
        </a:xfrm>
      </p:grpSpPr>
      <p:sp>
        <p:nvSpPr>
          <p:cNvPr id="134" name="Google Shape;134;p61"/>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4400"/>
              <a:buFont typeface="Garamond" panose="02020404030301010803"/>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5" name="Google Shape;135;p61"/>
          <p:cNvSpPr txBox="1"/>
          <p:nvPr>
            <p:ph type="body" idx="1"/>
          </p:nvPr>
        </p:nvSpPr>
        <p:spPr>
          <a:xfrm rot="5400000">
            <a:off x="4436531" y="-584198"/>
            <a:ext cx="3318936" cy="9601196"/>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36" name="Google Shape;136;p61"/>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p61"/>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8" name="Google Shape;138;p61"/>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39" name="Google Shape;139;p61"/>
          <p:cNvCxnSpPr/>
          <p:nvPr/>
        </p:nvCxnSpPr>
        <p:spPr>
          <a:xfrm>
            <a:off x="1396169" y="2421466"/>
            <a:ext cx="9407298" cy="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40" name="Shape 140"/>
        <p:cNvGrpSpPr/>
        <p:nvPr/>
      </p:nvGrpSpPr>
      <p:grpSpPr>
        <a:xfrm>
          <a:off x="0" y="0"/>
          <a:ext cx="0" cy="0"/>
          <a:chOff x="0" y="0"/>
          <a:chExt cx="0" cy="0"/>
        </a:xfrm>
      </p:grpSpPr>
      <p:sp>
        <p:nvSpPr>
          <p:cNvPr id="141" name="Google Shape;141;p62"/>
          <p:cNvSpPr txBox="1"/>
          <p:nvPr>
            <p:ph type="title"/>
          </p:nvPr>
        </p:nvSpPr>
        <p:spPr>
          <a:xfrm rot="5400000">
            <a:off x="7497936" y="2483551"/>
            <a:ext cx="4893735" cy="1890895"/>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rgbClr val="262626"/>
              </a:buClr>
              <a:buSzPts val="1800"/>
              <a:buNone/>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2" name="Google Shape;142;p62"/>
          <p:cNvSpPr txBox="1"/>
          <p:nvPr>
            <p:ph type="body" idx="1"/>
          </p:nvPr>
        </p:nvSpPr>
        <p:spPr>
          <a:xfrm rot="5400000">
            <a:off x="2565043" y="-287514"/>
            <a:ext cx="4893734" cy="7433025"/>
          </a:xfrm>
          <a:prstGeom prst="rect">
            <a:avLst/>
          </a:prstGeom>
          <a:noFill/>
          <a:ln>
            <a:noFill/>
          </a:ln>
        </p:spPr>
        <p:txBody>
          <a:bodyPr spcFirstLastPara="1" wrap="square" lIns="91425" tIns="45700" rIns="91425" bIns="45700" anchor="t" anchorCtr="0">
            <a:normAutofit/>
          </a:bodyPr>
          <a:lstStyle>
            <a:lvl1pPr marL="457200" lvl="0" indent="-360045" algn="l">
              <a:lnSpc>
                <a:spcPct val="100000"/>
              </a:lnSpc>
              <a:spcBef>
                <a:spcPts val="360"/>
              </a:spcBef>
              <a:spcAft>
                <a:spcPts val="0"/>
              </a:spcAft>
              <a:buSzPts val="2070"/>
              <a:buChar char="•"/>
              <a:defRPr>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914400" lvl="1" indent="-360045" algn="l">
              <a:lnSpc>
                <a:spcPct val="100000"/>
              </a:lnSpc>
              <a:spcBef>
                <a:spcPts val="600"/>
              </a:spcBef>
              <a:spcAft>
                <a:spcPts val="0"/>
              </a:spcAft>
              <a:buSzPts val="2070"/>
              <a:buChar char="•"/>
              <a:defRPr/>
            </a:lvl2pPr>
            <a:lvl3pPr marL="1371600" lvl="2" indent="-360045" algn="l">
              <a:lnSpc>
                <a:spcPct val="100000"/>
              </a:lnSpc>
              <a:spcBef>
                <a:spcPts val="600"/>
              </a:spcBef>
              <a:spcAft>
                <a:spcPts val="0"/>
              </a:spcAft>
              <a:buSzPts val="2070"/>
              <a:buChar char="•"/>
              <a:defRPr/>
            </a:lvl3pPr>
            <a:lvl4pPr marL="1828800" lvl="3" indent="-360045" algn="l">
              <a:lnSpc>
                <a:spcPct val="100000"/>
              </a:lnSpc>
              <a:spcBef>
                <a:spcPts val="600"/>
              </a:spcBef>
              <a:spcAft>
                <a:spcPts val="0"/>
              </a:spcAft>
              <a:buSzPts val="2070"/>
              <a:buChar char="•"/>
              <a:defRPr/>
            </a:lvl4pPr>
            <a:lvl5pPr marL="2286000" lvl="4" indent="-360045" algn="l">
              <a:lnSpc>
                <a:spcPct val="100000"/>
              </a:lnSpc>
              <a:spcBef>
                <a:spcPts val="600"/>
              </a:spcBef>
              <a:spcAft>
                <a:spcPts val="0"/>
              </a:spcAft>
              <a:buSzPts val="2070"/>
              <a:buChar char="•"/>
              <a:defRPr/>
            </a:lvl5pPr>
            <a:lvl6pPr marL="2743200" lvl="5" indent="-360045" algn="l">
              <a:lnSpc>
                <a:spcPct val="100000"/>
              </a:lnSpc>
              <a:spcBef>
                <a:spcPts val="600"/>
              </a:spcBef>
              <a:spcAft>
                <a:spcPts val="0"/>
              </a:spcAft>
              <a:buSzPts val="2070"/>
              <a:buChar char="•"/>
              <a:defRPr/>
            </a:lvl6pPr>
            <a:lvl7pPr marL="3200400" lvl="6" indent="-360045" algn="l">
              <a:lnSpc>
                <a:spcPct val="100000"/>
              </a:lnSpc>
              <a:spcBef>
                <a:spcPts val="600"/>
              </a:spcBef>
              <a:spcAft>
                <a:spcPts val="0"/>
              </a:spcAft>
              <a:buSzPts val="2070"/>
              <a:buChar char="•"/>
              <a:defRPr/>
            </a:lvl7pPr>
            <a:lvl8pPr marL="3657600" lvl="7" indent="-360045" algn="l">
              <a:lnSpc>
                <a:spcPct val="100000"/>
              </a:lnSpc>
              <a:spcBef>
                <a:spcPts val="600"/>
              </a:spcBef>
              <a:spcAft>
                <a:spcPts val="0"/>
              </a:spcAft>
              <a:buSzPts val="2070"/>
              <a:buChar char="•"/>
              <a:defRPr/>
            </a:lvl8pPr>
            <a:lvl9pPr marL="4114800" lvl="8" indent="-360045" algn="l">
              <a:lnSpc>
                <a:spcPct val="100000"/>
              </a:lnSpc>
              <a:spcBef>
                <a:spcPts val="600"/>
              </a:spcBef>
              <a:spcAft>
                <a:spcPts val="600"/>
              </a:spcAft>
              <a:buSzPts val="2070"/>
              <a:buChar char="•"/>
              <a:defRPr/>
            </a:lvl9pPr>
          </a:lstStyle>
          <a:p/>
        </p:txBody>
      </p:sp>
      <p:sp>
        <p:nvSpPr>
          <p:cNvPr id="143" name="Google Shape;143;p62"/>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4" name="Google Shape;144;p62"/>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5" name="Google Shape;145;p62"/>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cxnSp>
        <p:nvCxnSpPr>
          <p:cNvPr id="146" name="Google Shape;146;p62"/>
          <p:cNvCxnSpPr/>
          <p:nvPr/>
        </p:nvCxnSpPr>
        <p:spPr>
          <a:xfrm>
            <a:off x="8863890" y="990600"/>
            <a:ext cx="0" cy="4876800"/>
          </a:xfrm>
          <a:prstGeom prst="straightConnector1">
            <a:avLst/>
          </a:prstGeom>
          <a:noFill/>
          <a:ln w="15875" cap="flat" cmpd="sng">
            <a:solidFill>
              <a:schemeClr val="accent1"/>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1" Type="http://schemas.openxmlformats.org/officeDocument/2006/relationships/theme" Target="../theme/theme1.xml"/><Relationship Id="rId20" Type="http://schemas.openxmlformats.org/officeDocument/2006/relationships/image" Target="../media/image5.png"/><Relationship Id="rId2" Type="http://schemas.openxmlformats.org/officeDocument/2006/relationships/slideLayout" Target="../slideLayouts/slideLayout2.xml"/><Relationship Id="rId19" Type="http://schemas.openxmlformats.org/officeDocument/2006/relationships/image" Target="../media/image4.png"/><Relationship Id="rId18" Type="http://schemas.openxmlformats.org/officeDocument/2006/relationships/image" Target="../media/image3.jpeg"/><Relationship Id="rId17" Type="http://schemas.openxmlformats.org/officeDocument/2006/relationships/slideLayout" Target="../slideLayouts/slideLayout17.xml"/><Relationship Id="rId16" Type="http://schemas.openxmlformats.org/officeDocument/2006/relationships/slideLayout" Target="../slideLayouts/slideLayout16.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a:blip r:embed="rId18"/>
          <a:stretch>
            <a:fillRect/>
          </a:stretch>
        </a:blipFill>
        <a:effectLst/>
      </p:bgPr>
    </p:bg>
    <p:spTree>
      <p:nvGrpSpPr>
        <p:cNvPr id="5" name="Shape 5"/>
        <p:cNvGrpSpPr/>
        <p:nvPr/>
      </p:nvGrpSpPr>
      <p:grpSpPr>
        <a:xfrm>
          <a:off x="0" y="0"/>
          <a:ext cx="0" cy="0"/>
          <a:chOff x="0" y="0"/>
          <a:chExt cx="0" cy="0"/>
        </a:xfrm>
      </p:grpSpPr>
      <p:grpSp>
        <p:nvGrpSpPr>
          <p:cNvPr id="6" name="Google Shape;6;p45"/>
          <p:cNvGrpSpPr/>
          <p:nvPr/>
        </p:nvGrpSpPr>
        <p:grpSpPr>
          <a:xfrm>
            <a:off x="-15736" y="0"/>
            <a:ext cx="12229962" cy="6856214"/>
            <a:chOff x="-15736" y="0"/>
            <a:chExt cx="12229962" cy="6856214"/>
          </a:xfrm>
        </p:grpSpPr>
        <p:pic>
          <p:nvPicPr>
            <p:cNvPr id="7" name="Google Shape;7;p45" descr="HD-PanelContent.png"/>
            <p:cNvPicPr preferRelativeResize="0"/>
            <p:nvPr/>
          </p:nvPicPr>
          <p:blipFill rotWithShape="1">
            <a:blip r:embed="rId19"/>
            <a:srcRect/>
            <a:stretch>
              <a:fillRect/>
            </a:stretch>
          </p:blipFill>
          <p:spPr>
            <a:xfrm>
              <a:off x="0" y="0"/>
              <a:ext cx="12188825" cy="6856214"/>
            </a:xfrm>
            <a:prstGeom prst="rect">
              <a:avLst/>
            </a:prstGeom>
            <a:noFill/>
            <a:ln>
              <a:noFill/>
            </a:ln>
          </p:spPr>
        </p:pic>
        <p:sp>
          <p:nvSpPr>
            <p:cNvPr id="8" name="Google Shape;8;p45"/>
            <p:cNvSpPr/>
            <p:nvPr/>
          </p:nvSpPr>
          <p:spPr>
            <a:xfrm>
              <a:off x="608012" y="609600"/>
              <a:ext cx="10972800" cy="5638800"/>
            </a:xfrm>
            <a:prstGeom prst="rect">
              <a:avLst/>
            </a:prstGeom>
            <a:noFill/>
            <a:ln w="15875" cap="flat" cmpd="sng">
              <a:solidFill>
                <a:schemeClr val="accent1"/>
              </a:solidFill>
              <a:prstDash val="solid"/>
              <a:miter lim="8000"/>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9" name="Google Shape;9;p45" descr="HDRibbonContent-UniformTrim.png"/>
            <p:cNvPicPr preferRelativeResize="0"/>
            <p:nvPr/>
          </p:nvPicPr>
          <p:blipFill rotWithShape="1">
            <a:blip r:embed="rId20"/>
            <a:srcRect/>
            <a:stretch>
              <a:fillRect/>
            </a:stretch>
          </p:blipFill>
          <p:spPr>
            <a:xfrm>
              <a:off x="-15736" y="3153832"/>
              <a:ext cx="777240" cy="606425"/>
            </a:xfrm>
            <a:prstGeom prst="rect">
              <a:avLst/>
            </a:prstGeom>
            <a:noFill/>
            <a:ln>
              <a:noFill/>
            </a:ln>
          </p:spPr>
        </p:pic>
        <p:pic>
          <p:nvPicPr>
            <p:cNvPr id="10" name="Google Shape;10;p45" descr="HDRibbonContent-UniformTrim.png"/>
            <p:cNvPicPr preferRelativeResize="0"/>
            <p:nvPr/>
          </p:nvPicPr>
          <p:blipFill rotWithShape="1">
            <a:blip r:embed="rId20"/>
            <a:srcRect/>
            <a:stretch>
              <a:fillRect/>
            </a:stretch>
          </p:blipFill>
          <p:spPr>
            <a:xfrm>
              <a:off x="11436986" y="3153832"/>
              <a:ext cx="777240" cy="606425"/>
            </a:xfrm>
            <a:prstGeom prst="rect">
              <a:avLst/>
            </a:prstGeom>
            <a:noFill/>
            <a:ln>
              <a:noFill/>
            </a:ln>
          </p:spPr>
        </p:pic>
      </p:grpSp>
      <p:sp>
        <p:nvSpPr>
          <p:cNvPr id="11" name="Google Shape;11;p45"/>
          <p:cNvSpPr txBox="1"/>
          <p:nvPr>
            <p:ph type="title"/>
          </p:nvPr>
        </p:nvSpPr>
        <p:spPr>
          <a:xfrm>
            <a:off x="1295402" y="982132"/>
            <a:ext cx="9601196" cy="1303867"/>
          </a:xfrm>
          <a:prstGeom prst="rect">
            <a:avLst/>
          </a:prstGeom>
          <a:noFill/>
          <a:ln>
            <a:noFill/>
          </a:ln>
        </p:spPr>
        <p:txBody>
          <a:bodyPr spcFirstLastPara="1" wrap="square" lIns="91425" tIns="45700" rIns="91425" bIns="45700" anchor="ctr" anchorCtr="0">
            <a:normAutofit/>
          </a:bodyPr>
          <a:lstStyle>
            <a:lvl1pPr marR="0" lvl="0" algn="ctr" rtl="0">
              <a:lnSpc>
                <a:spcPct val="100000"/>
              </a:lnSpc>
              <a:spcBef>
                <a:spcPts val="0"/>
              </a:spcBef>
              <a:spcAft>
                <a:spcPts val="0"/>
              </a:spcAft>
              <a:buClr>
                <a:srgbClr val="262626"/>
              </a:buClr>
              <a:buSzPts val="4400"/>
              <a:buFont typeface="Garamond" panose="02020404030301010803"/>
              <a:buNone/>
              <a:defRPr sz="4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2"/>
                </a:solidFill>
                <a:latin typeface="Arial" panose="020B0604020202020204"/>
                <a:ea typeface="Arial" panose="020B0604020202020204"/>
                <a:cs typeface="Arial" panose="020B0604020202020204"/>
                <a:sym typeface="Arial" panose="020B0604020202020204"/>
              </a:defRPr>
            </a:lvl9pPr>
          </a:lstStyle>
          <a:p/>
        </p:txBody>
      </p:sp>
      <p:sp>
        <p:nvSpPr>
          <p:cNvPr id="12" name="Google Shape;12;p45"/>
          <p:cNvSpPr txBox="1"/>
          <p:nvPr>
            <p:ph type="body" idx="1"/>
          </p:nvPr>
        </p:nvSpPr>
        <p:spPr>
          <a:xfrm>
            <a:off x="1295401" y="2556932"/>
            <a:ext cx="9601196" cy="3318936"/>
          </a:xfrm>
          <a:prstGeom prst="rect">
            <a:avLst/>
          </a:prstGeom>
          <a:noFill/>
          <a:ln>
            <a:noFill/>
          </a:ln>
        </p:spPr>
        <p:txBody>
          <a:bodyPr spcFirstLastPara="1" wrap="square" lIns="91425" tIns="45700" rIns="91425" bIns="45700" anchor="t" anchorCtr="0">
            <a:normAutofit/>
          </a:bodyPr>
          <a:lstStyle>
            <a:lvl1pPr marL="457200" marR="0" lvl="0" indent="-403860" algn="l" rtl="0">
              <a:lnSpc>
                <a:spcPct val="100000"/>
              </a:lnSpc>
              <a:spcBef>
                <a:spcPts val="480"/>
              </a:spcBef>
              <a:spcAft>
                <a:spcPts val="0"/>
              </a:spcAft>
              <a:buClr>
                <a:schemeClr val="accent1"/>
              </a:buClr>
              <a:buSzPts val="2760"/>
              <a:buFont typeface="Arial" panose="020B0604020202020204"/>
              <a:buChar char="•"/>
              <a:defRPr sz="2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1pPr>
            <a:lvl2pPr marL="914400" marR="0" lvl="1" indent="-374650" algn="l" rtl="0">
              <a:lnSpc>
                <a:spcPct val="100000"/>
              </a:lnSpc>
              <a:spcBef>
                <a:spcPts val="600"/>
              </a:spcBef>
              <a:spcAft>
                <a:spcPts val="0"/>
              </a:spcAft>
              <a:buClr>
                <a:schemeClr val="accent1"/>
              </a:buClr>
              <a:buSzPts val="2300"/>
              <a:buFont typeface="Arial" panose="020B0604020202020204"/>
              <a:buChar char="•"/>
              <a:defRPr sz="20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2pPr>
            <a:lvl3pPr marL="1371600" marR="0" lvl="2" indent="-360045" algn="l" rtl="0">
              <a:lnSpc>
                <a:spcPct val="100000"/>
              </a:lnSpc>
              <a:spcBef>
                <a:spcPts val="600"/>
              </a:spcBef>
              <a:spcAft>
                <a:spcPts val="0"/>
              </a:spcAft>
              <a:buClr>
                <a:schemeClr val="accent1"/>
              </a:buClr>
              <a:buSzPts val="2070"/>
              <a:buFont typeface="Arial" panose="020B0604020202020204"/>
              <a:buChar char="•"/>
              <a:defRPr sz="18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3pPr>
            <a:lvl4pPr marL="1828800" marR="0" lvl="3" indent="-345440" algn="l" rtl="0">
              <a:lnSpc>
                <a:spcPct val="100000"/>
              </a:lnSpc>
              <a:spcBef>
                <a:spcPts val="600"/>
              </a:spcBef>
              <a:spcAft>
                <a:spcPts val="0"/>
              </a:spcAft>
              <a:buClr>
                <a:schemeClr val="accent1"/>
              </a:buClr>
              <a:buSzPts val="1840"/>
              <a:buFont typeface="Arial" panose="020B0604020202020204"/>
              <a:buChar char="•"/>
              <a:defRPr sz="16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4pPr>
            <a:lvl5pPr marL="2286000" marR="0" lvl="4"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5pPr>
            <a:lvl6pPr marL="2743200" marR="0" lvl="5"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6pPr>
            <a:lvl7pPr marL="3200400" marR="0" lvl="6"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7pPr>
            <a:lvl8pPr marL="3657600" marR="0" lvl="7" indent="-330835" algn="l" rtl="0">
              <a:lnSpc>
                <a:spcPct val="100000"/>
              </a:lnSpc>
              <a:spcBef>
                <a:spcPts val="600"/>
              </a:spcBef>
              <a:spcAft>
                <a:spcPts val="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8pPr>
            <a:lvl9pPr marL="4114800" marR="0" lvl="8" indent="-330835" algn="l" rtl="0">
              <a:lnSpc>
                <a:spcPct val="100000"/>
              </a:lnSpc>
              <a:spcBef>
                <a:spcPts val="600"/>
              </a:spcBef>
              <a:spcAft>
                <a:spcPts val="600"/>
              </a:spcAft>
              <a:buClr>
                <a:schemeClr val="accent1"/>
              </a:buClr>
              <a:buSzPts val="1610"/>
              <a:buFont typeface="Arial" panose="020B0604020202020204"/>
              <a:buChar char="•"/>
              <a:defRPr sz="1400" b="0" i="0" u="none" strike="noStrike" cap="none">
                <a:solidFill>
                  <a:srgbClr val="262626"/>
                </a:solidFill>
                <a:latin typeface="Garamond" panose="02020404030301010803"/>
                <a:ea typeface="Garamond" panose="02020404030301010803"/>
                <a:cs typeface="Garamond" panose="02020404030301010803"/>
                <a:sym typeface="Garamond" panose="02020404030301010803"/>
              </a:defRPr>
            </a:lvl9pPr>
          </a:lstStyle>
          <a:p/>
        </p:txBody>
      </p:sp>
      <p:sp>
        <p:nvSpPr>
          <p:cNvPr id="13" name="Google Shape;13;p45"/>
          <p:cNvSpPr txBox="1"/>
          <p:nvPr>
            <p:ph type="dt" idx="10"/>
          </p:nvPr>
        </p:nvSpPr>
        <p:spPr>
          <a:xfrm>
            <a:off x="8677501" y="5969000"/>
            <a:ext cx="1600200" cy="279400"/>
          </a:xfrm>
          <a:prstGeom prst="rect">
            <a:avLst/>
          </a:prstGeom>
          <a:noFill/>
          <a:ln>
            <a:noFill/>
          </a:ln>
        </p:spPr>
        <p:txBody>
          <a:bodyPr spcFirstLastPara="1" wrap="square" lIns="91425" tIns="45700" rIns="91425" bIns="45700" anchor="ctr" anchorCtr="0">
            <a:noAutofit/>
          </a:bodyPr>
          <a:lstStyle>
            <a:lvl1pPr marR="0" lvl="0" algn="r"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4" name="Google Shape;14;p45"/>
          <p:cNvSpPr txBox="1"/>
          <p:nvPr>
            <p:ph type="ftr" idx="11"/>
          </p:nvPr>
        </p:nvSpPr>
        <p:spPr>
          <a:xfrm>
            <a:off x="1295401" y="5969000"/>
            <a:ext cx="7305900" cy="2794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R="0" lvl="2"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R="0" lvl="3"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R="0" lvl="4"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R="0" lvl="5"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R="0" lvl="6"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R="0" lvl="7"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R="0" lvl="8" algn="l" rtl="0">
              <a:lnSpc>
                <a:spcPct val="100000"/>
              </a:lnSpc>
              <a:spcBef>
                <a:spcPts val="0"/>
              </a:spcBef>
              <a:spcAft>
                <a:spcPts val="0"/>
              </a:spcAft>
              <a:buClr>
                <a:srgbClr val="000000"/>
              </a:buClr>
              <a:buSzPts val="1400"/>
              <a:buFont typeface="Arial" panose="020B0604020202020204"/>
              <a:buNone/>
              <a:defRPr sz="18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p:txBody>
      </p:sp>
      <p:sp>
        <p:nvSpPr>
          <p:cNvPr id="15" name="Google Shape;15;p45"/>
          <p:cNvSpPr txBox="1"/>
          <p:nvPr>
            <p:ph type="sldNum" idx="12"/>
          </p:nvPr>
        </p:nvSpPr>
        <p:spPr>
          <a:xfrm>
            <a:off x="10353901" y="5969000"/>
            <a:ext cx="542697" cy="2794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L="0" marR="0" lvl="1"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2pPr>
            <a:lvl3pPr marL="0" marR="0" lvl="2"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3pPr>
            <a:lvl4pPr marL="0" marR="0" lvl="3"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4pPr>
            <a:lvl5pPr marL="0" marR="0" lvl="4"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5pPr>
            <a:lvl6pPr marL="0" marR="0" lvl="5"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6pPr>
            <a:lvl7pPr marL="0" marR="0" lvl="6"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7pPr>
            <a:lvl8pPr marL="0" marR="0" lvl="7"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8pPr>
            <a:lvl9pPr marL="0" marR="0" lvl="8" indent="0" algn="r" rtl="0">
              <a:lnSpc>
                <a:spcPct val="100000"/>
              </a:lnSpc>
              <a:spcBef>
                <a:spcPts val="0"/>
              </a:spcBef>
              <a:spcAft>
                <a:spcPts val="0"/>
              </a:spcAft>
              <a:buClr>
                <a:srgbClr val="000000"/>
              </a:buClr>
              <a:buSzPts val="1000"/>
              <a:buFont typeface="Arial" panose="020B0604020202020204"/>
              <a:buNone/>
              <a:defRPr sz="1000" b="0" i="0" u="none" strike="noStrike" cap="none">
                <a:solidFill>
                  <a:schemeClr val="dk1"/>
                </a:solidFill>
                <a:latin typeface="Garamond" panose="02020404030301010803"/>
                <a:ea typeface="Garamond" panose="02020404030301010803"/>
                <a:cs typeface="Garamond" panose="02020404030301010803"/>
                <a:sym typeface="Garamond" panose="02020404030301010803"/>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Times New Roman" panose="02020603050405020304" charset="0"/>
          <a:ea typeface="Times New Roman" panose="02020603050405020304" charset="0"/>
          <a:cs typeface="Times New Roman" panose="02020603050405020304" charset="0"/>
          <a:sym typeface="Times New Roman" panose="02020603050405020304" charset="0"/>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spc="0">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hyperlink" Target="mailto:rangnv@gmail.com"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4" Type="http://schemas.openxmlformats.org/officeDocument/2006/relationships/notesSlide" Target="../notesSlides/notesSlide4.x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image" Target="../media/image6.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2.xml"/><Relationship Id="rId2" Type="http://schemas.openxmlformats.org/officeDocument/2006/relationships/image" Target="../media/image9.png"/><Relationship Id="rId1"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2.xml"/><Relationship Id="rId1" Type="http://schemas.openxmlformats.org/officeDocument/2006/relationships/image" Target="../media/image11.png"/></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2.xml"/><Relationship Id="rId1" Type="http://schemas.openxmlformats.org/officeDocument/2006/relationships/image" Target="../media/image13.png"/></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2.xml"/><Relationship Id="rId1"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2.xml"/><Relationship Id="rId1" Type="http://schemas.openxmlformats.org/officeDocument/2006/relationships/image" Target="../media/image15.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5" Type="http://schemas.openxmlformats.org/officeDocument/2006/relationships/notesSlide" Target="../notesSlides/notesSlide29.xml"/><Relationship Id="rId4" Type="http://schemas.openxmlformats.org/officeDocument/2006/relationships/slideLayout" Target="../slideLayouts/slideLayout2.xml"/><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image" Target="../media/image16.png"/></Relationships>
</file>

<file path=ppt/slides/_rels/slide30.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9.png"/></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1.png"/><Relationship Id="rId1" Type="http://schemas.openxmlformats.org/officeDocument/2006/relationships/image" Target="../media/image20.png"/></Relationships>
</file>

<file path=ppt/slides/_rels/slide3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3.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50" name="Shape 150"/>
        <p:cNvGrpSpPr/>
        <p:nvPr/>
      </p:nvGrpSpPr>
      <p:grpSpPr>
        <a:xfrm>
          <a:off x="0" y="0"/>
          <a:ext cx="0" cy="0"/>
          <a:chOff x="0" y="0"/>
          <a:chExt cx="0" cy="0"/>
        </a:xfrm>
      </p:grpSpPr>
      <p:sp>
        <p:nvSpPr>
          <p:cNvPr id="151" name="Google Shape;151;p1"/>
          <p:cNvSpPr txBox="1"/>
          <p:nvPr>
            <p:ph type="ctrTitle"/>
          </p:nvPr>
        </p:nvSpPr>
        <p:spPr>
          <a:xfrm>
            <a:off x="2496725" y="1871125"/>
            <a:ext cx="7206000" cy="1515600"/>
          </a:xfrm>
          <a:prstGeom prst="rect">
            <a:avLst/>
          </a:prstGeom>
          <a:noFill/>
          <a:ln>
            <a:noFill/>
          </a:ln>
        </p:spPr>
        <p:txBody>
          <a:bodyPr spcFirstLastPara="1" wrap="square" lIns="91425" tIns="45700" rIns="91425" bIns="45700" anchor="b" anchorCtr="0">
            <a:noAutofit/>
          </a:bodyPr>
          <a:lstStyle/>
          <a:p>
            <a:pPr marL="0" lvl="0" indent="0" algn="ctr" rtl="0">
              <a:lnSpc>
                <a:spcPct val="100000"/>
              </a:lnSpc>
              <a:spcBef>
                <a:spcPts val="0"/>
              </a:spcBef>
              <a:spcAft>
                <a:spcPts val="0"/>
              </a:spcAft>
              <a:buClr>
                <a:srgbClr val="262626"/>
              </a:buClr>
              <a:buSzPts val="3200"/>
              <a:buFont typeface="Times New Roman" panose="02020603050405020304" charset="0"/>
              <a:buNone/>
            </a:pPr>
            <a:r>
              <a:rPr lang="en-US" sz="3200">
                <a:latin typeface="Times New Roman" panose="02020603050405020304" charset="0"/>
                <a:cs typeface="Times New Roman" panose="02020603050405020304" charset="0"/>
              </a:rPr>
              <a:t>BÀI TẬP THỰC HÀNH </a:t>
            </a:r>
            <a:br>
              <a:rPr lang="en-US" sz="4000">
                <a:latin typeface="Times New Roman" panose="02020603050405020304" charset="0"/>
                <a:cs typeface="Times New Roman" panose="02020603050405020304" charset="0"/>
              </a:rPr>
            </a:br>
            <a:r>
              <a:rPr lang="en-US" sz="3600">
                <a:latin typeface="Times New Roman" panose="02020603050405020304" charset="0"/>
                <a:cs typeface="Times New Roman" panose="02020603050405020304" charset="0"/>
              </a:rPr>
              <a:t>THIẾT KẾ WEB SITE BÁN HÀNG</a:t>
            </a:r>
            <a:endParaRPr sz="4000">
              <a:latin typeface="Times New Roman" panose="02020603050405020304" charset="0"/>
              <a:cs typeface="Times New Roman" panose="02020603050405020304" charset="0"/>
            </a:endParaRPr>
          </a:p>
        </p:txBody>
      </p:sp>
      <p:sp>
        <p:nvSpPr>
          <p:cNvPr id="152" name="Google Shape;152;p1"/>
          <p:cNvSpPr txBox="1"/>
          <p:nvPr>
            <p:ph type="subTitle" idx="1"/>
          </p:nvPr>
        </p:nvSpPr>
        <p:spPr>
          <a:xfrm>
            <a:off x="2692398" y="3657597"/>
            <a:ext cx="6815669" cy="1320802"/>
          </a:xfrm>
          <a:prstGeom prst="rect">
            <a:avLst/>
          </a:prstGeom>
          <a:noFill/>
          <a:ln>
            <a:noFill/>
          </a:ln>
        </p:spPr>
        <p:txBody>
          <a:bodyPr spcFirstLastPara="1" wrap="square" lIns="91425" tIns="45700" rIns="91425" bIns="45700" anchor="t" anchorCtr="0">
            <a:normAutofit/>
          </a:bodyPr>
          <a:lstStyle/>
          <a:p>
            <a:pPr marL="0" lvl="0" indent="0" algn="ctr" rtl="0">
              <a:lnSpc>
                <a:spcPct val="100000"/>
              </a:lnSpc>
              <a:spcBef>
                <a:spcPts val="0"/>
              </a:spcBef>
              <a:spcAft>
                <a:spcPts val="0"/>
              </a:spcAft>
              <a:buSzPts val="2415"/>
              <a:buNone/>
            </a:pPr>
            <a:r>
              <a:rPr lang="en-US">
                <a:latin typeface="Times New Roman" panose="02020603050405020304" charset="0"/>
                <a:cs typeface="Times New Roman" panose="02020603050405020304" charset="0"/>
              </a:rPr>
              <a:t>HỌC PHẦN</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PHÁT TRIỂN ỨNG DỤNG WEB</a:t>
            </a:r>
            <a:endParaRPr lang="en-US">
              <a:latin typeface="Times New Roman" panose="02020603050405020304" charset="0"/>
              <a:cs typeface="Times New Roman" panose="02020603050405020304" charset="0"/>
            </a:endParaRPr>
          </a:p>
          <a:p>
            <a:pPr marL="0" lvl="0" indent="0" algn="ctr" rtl="0">
              <a:lnSpc>
                <a:spcPct val="100000"/>
              </a:lnSpc>
              <a:spcBef>
                <a:spcPts val="1020"/>
              </a:spcBef>
              <a:spcAft>
                <a:spcPts val="0"/>
              </a:spcAft>
              <a:buSzPts val="2415"/>
              <a:buNone/>
            </a:pPr>
            <a:r>
              <a:rPr lang="en-US">
                <a:latin typeface="Times New Roman" panose="02020603050405020304" charset="0"/>
                <a:cs typeface="Times New Roman" panose="02020603050405020304" charset="0"/>
              </a:rPr>
              <a:t>LÊ HẢI PHÁT-66132735-</a:t>
            </a:r>
            <a:r>
              <a:rPr lang="en-US" u="sng">
                <a:solidFill>
                  <a:schemeClr val="accent1"/>
                </a:solidFill>
                <a:latin typeface="Times New Roman" panose="02020603050405020304" charset="0"/>
                <a:cs typeface="Times New Roman" panose="02020603050405020304" charset="0"/>
              </a:rPr>
              <a:t>phat.lh.66cntt@ntu.edu.vn</a:t>
            </a:r>
            <a:endParaRPr lang="en-US"/>
          </a:p>
          <a:p>
            <a:pPr marL="0" lvl="0" indent="0" algn="ctr" rtl="0">
              <a:lnSpc>
                <a:spcPct val="100000"/>
              </a:lnSpc>
              <a:spcBef>
                <a:spcPts val="1020"/>
              </a:spcBef>
              <a:spcAft>
                <a:spcPts val="0"/>
              </a:spcAft>
              <a:buSzPts val="2415"/>
              <a:buNone/>
            </a:pPr>
            <a:endParaRPr lang="en-US" u="sng">
              <a:solidFill>
                <a:schemeClr val="tx1"/>
              </a:solidFill>
              <a:hlinkClick r:id="rId1"/>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56" name="Shape 156"/>
        <p:cNvGrpSpPr/>
        <p:nvPr/>
      </p:nvGrpSpPr>
      <p:grpSpPr>
        <a:xfrm>
          <a:off x="0" y="0"/>
          <a:ext cx="0" cy="0"/>
          <a:chOff x="0" y="0"/>
          <a:chExt cx="0" cy="0"/>
        </a:xfrm>
      </p:grpSpPr>
      <p:sp>
        <p:nvSpPr>
          <p:cNvPr id="157" name="Google Shape;157;p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NỘI DUNG TRÌNH BÀY</a:t>
            </a:r>
            <a:endParaRPr lang="en-US">
              <a:latin typeface="Times New Roman" panose="02020603050405020304" charset="0"/>
              <a:cs typeface="Times New Roman" panose="02020603050405020304" charset="0"/>
            </a:endParaRPr>
          </a:p>
        </p:txBody>
      </p:sp>
      <p:sp>
        <p:nvSpPr>
          <p:cNvPr id="158" name="Google Shape;158;p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 Phân tích thiết kế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III. Cài đặt CSDL</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IV. Cài đặt ứng dụng</a:t>
            </a:r>
            <a:endParaRPr lang="en-US">
              <a:latin typeface="Times New Roman" panose="02020603050405020304" charset="0"/>
              <a:cs typeface="Times New Roman" panose="0202060305040502030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62" name="Shape 162"/>
        <p:cNvGrpSpPr/>
        <p:nvPr/>
      </p:nvGrpSpPr>
      <p:grpSpPr>
        <a:xfrm>
          <a:off x="0" y="0"/>
          <a:ext cx="0" cy="0"/>
          <a:chOff x="0" y="0"/>
          <a:chExt cx="0" cy="0"/>
        </a:xfrm>
      </p:grpSpPr>
      <p:sp>
        <p:nvSpPr>
          <p:cNvPr id="163" name="Google Shape;163;p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 KHẢO SÁT VÀ MÔ TẢ BÀI TOÁN</a:t>
            </a:r>
            <a:endParaRPr lang="en-US">
              <a:latin typeface="Times New Roman" panose="02020603050405020304" charset="0"/>
              <a:cs typeface="Times New Roman" panose="02020603050405020304" charset="0"/>
            </a:endParaRPr>
          </a:p>
        </p:txBody>
      </p:sp>
      <p:sp>
        <p:nvSpPr>
          <p:cNvPr id="164" name="Google Shape;164;p3"/>
          <p:cNvSpPr txBox="1"/>
          <p:nvPr>
            <p:ph type="body" idx="1"/>
          </p:nvPr>
        </p:nvSpPr>
        <p:spPr>
          <a:xfrm>
            <a:off x="874643" y="1484243"/>
            <a:ext cx="10628243" cy="4593827"/>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68" name="Shape 168"/>
        <p:cNvGrpSpPr/>
        <p:nvPr/>
      </p:nvGrpSpPr>
      <p:grpSpPr>
        <a:xfrm>
          <a:off x="0" y="0"/>
          <a:ext cx="0" cy="0"/>
          <a:chOff x="0" y="0"/>
          <a:chExt cx="0" cy="0"/>
        </a:xfrm>
      </p:grpSpPr>
      <p:sp>
        <p:nvSpPr>
          <p:cNvPr id="169" name="Google Shape;169;p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I.1. KHẢO SÁT BÀI TOÁN</a:t>
            </a:r>
            <a:endParaRPr lang="en-US">
              <a:latin typeface="Times New Roman" panose="02020603050405020304" charset="0"/>
              <a:cs typeface="Times New Roman" panose="02020603050405020304" charset="0"/>
            </a:endParaRPr>
          </a:p>
        </p:txBody>
      </p:sp>
      <p:sp>
        <p:nvSpPr>
          <p:cNvPr id="170" name="Google Shape;170;p4"/>
          <p:cNvSpPr txBox="1"/>
          <p:nvPr>
            <p:ph type="body" idx="1"/>
          </p:nvPr>
        </p:nvSpPr>
        <p:spPr>
          <a:xfrm>
            <a:off x="874643" y="1484244"/>
            <a:ext cx="10628243" cy="465580"/>
          </a:xfrm>
          <a:prstGeom prst="rect">
            <a:avLst/>
          </a:prstGeom>
          <a:noFill/>
          <a:ln>
            <a:noFill/>
          </a:ln>
        </p:spPr>
        <p:txBody>
          <a:bodyPr spcFirstLastPara="1" wrap="square" lIns="91425" tIns="45700" rIns="91425" bIns="45700" anchor="t" anchorCtr="0">
            <a:normAutofit fontScale="9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Cần xây dựng web site bán hàng, tham khảo chức năng website bán hàng:</a:t>
            </a:r>
            <a:r>
              <a:rPr lang="en-US" altLang="en-US" u="sng">
                <a:solidFill>
                  <a:schemeClr val="accent1"/>
                </a:solidFill>
                <a:latin typeface="Times New Roman" panose="02020603050405020304" charset="0"/>
                <a:cs typeface="Times New Roman" panose="02020603050405020304" charset="0"/>
              </a:rPr>
              <a:t>https://tiki.vn/</a:t>
            </a:r>
            <a:endParaRPr lang="en-US" altLang="en-US" u="sng">
              <a:solidFill>
                <a:schemeClr val="accent1"/>
              </a:solidFill>
              <a:latin typeface="Times New Roman" panose="02020603050405020304" charset="0"/>
              <a:cs typeface="Times New Roman" panose="02020603050405020304" charset="0"/>
            </a:endParaRPr>
          </a:p>
        </p:txBody>
      </p:sp>
      <p:pic>
        <p:nvPicPr>
          <p:cNvPr id="171" name="Google Shape;171;p4"/>
          <p:cNvPicPr preferRelativeResize="0"/>
          <p:nvPr/>
        </p:nvPicPr>
        <p:blipFill rotWithShape="1">
          <a:blip r:embed="rId1"/>
          <a:srcRect t="6798" b="11507"/>
          <a:stretch>
            <a:fillRect/>
          </a:stretch>
        </p:blipFill>
        <p:spPr>
          <a:xfrm>
            <a:off x="874642" y="1936377"/>
            <a:ext cx="10367099" cy="4168588"/>
          </a:xfrm>
          <a:prstGeom prst="rect">
            <a:avLst/>
          </a:prstGeom>
          <a:noFill/>
          <a:ln>
            <a:noFill/>
          </a:ln>
        </p:spPr>
      </p:pic>
      <p:pic>
        <p:nvPicPr>
          <p:cNvPr id="2" name="Picture 1" descr="Screenshot 2026-09-18 151028"/>
          <p:cNvPicPr>
            <a:picLocks noChangeAspect="1"/>
          </p:cNvPicPr>
          <p:nvPr/>
        </p:nvPicPr>
        <p:blipFill>
          <a:blip r:embed="rId2"/>
          <a:stretch>
            <a:fillRect/>
          </a:stretch>
        </p:blipFill>
        <p:spPr>
          <a:xfrm>
            <a:off x="623570" y="1845310"/>
            <a:ext cx="10941050" cy="46742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75" name="Shape 175"/>
        <p:cNvGrpSpPr/>
        <p:nvPr/>
      </p:nvGrpSpPr>
      <p:grpSpPr>
        <a:xfrm>
          <a:off x="0" y="0"/>
          <a:ext cx="0" cy="0"/>
          <a:chOff x="0" y="0"/>
          <a:chExt cx="0" cy="0"/>
        </a:xfrm>
      </p:grpSpPr>
      <p:sp>
        <p:nvSpPr>
          <p:cNvPr id="176" name="Google Shape;176;p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78" name="Google Shape;178;p5"/>
          <p:cNvSpPr/>
          <p:nvPr/>
        </p:nvSpPr>
        <p:spPr>
          <a:xfrm>
            <a:off x="302895" y="5372735"/>
            <a:ext cx="2164080" cy="539115"/>
          </a:xfrm>
          <a:prstGeom prst="wedgeRectCallout">
            <a:avLst>
              <a:gd name="adj1" fmla="val 56703"/>
              <a:gd name="adj2" fmla="val -354679"/>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Nhóm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79" name="Google Shape;179;p5"/>
          <p:cNvSpPr/>
          <p:nvPr/>
        </p:nvSpPr>
        <p:spPr>
          <a:xfrm>
            <a:off x="9984593" y="5301232"/>
            <a:ext cx="1855694" cy="539347"/>
          </a:xfrm>
          <a:prstGeom prst="wedgeRectCallout">
            <a:avLst>
              <a:gd name="adj1" fmla="val -83876"/>
              <a:gd name="adj2" fmla="val -421996"/>
            </a:avLst>
          </a:prstGeom>
          <a:no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Loại sản phẩm</a:t>
            </a:r>
            <a:endParaRPr lang="en-US" sz="1800" b="0" i="0" u="none" strike="noStrike" cap="none">
              <a:solidFill>
                <a:srgbClr val="FF0000"/>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180" name="Google Shape;180;p5"/>
          <p:cNvSpPr/>
          <p:nvPr/>
        </p:nvSpPr>
        <p:spPr>
          <a:xfrm>
            <a:off x="5375835" y="4652907"/>
            <a:ext cx="4087906" cy="1465730"/>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rPr>
              <a:t>mỗi nhóm sản phẩm đều có mỗi loại sản phẩm</a:t>
            </a:r>
            <a:endParaRPr lang="en-US" sz="2000" b="0" i="0" u="none" strike="noStrike" cap="none">
              <a:solidFill>
                <a:srgbClr val="FF0000"/>
              </a:solidFill>
              <a:latin typeface="Times New Roman" panose="02020603050405020304" charset="0"/>
              <a:ea typeface="Arial" panose="020B0604020202020204"/>
              <a:cs typeface="Times New Roman" panose="02020603050405020304" charset="0"/>
              <a:sym typeface="Arial" panose="020B0604020202020204"/>
            </a:endParaRPr>
          </a:p>
        </p:txBody>
      </p:sp>
      <p:pic>
        <p:nvPicPr>
          <p:cNvPr id="2" name="Picture 1" descr="Screenshot 2026-09-18 151318"/>
          <p:cNvPicPr>
            <a:picLocks noChangeAspect="1"/>
          </p:cNvPicPr>
          <p:nvPr/>
        </p:nvPicPr>
        <p:blipFill>
          <a:blip r:embed="rId1"/>
          <a:stretch>
            <a:fillRect/>
          </a:stretch>
        </p:blipFill>
        <p:spPr>
          <a:xfrm>
            <a:off x="2715895" y="1196975"/>
            <a:ext cx="2339340" cy="4953000"/>
          </a:xfrm>
          <a:prstGeom prst="rect">
            <a:avLst/>
          </a:prstGeom>
        </p:spPr>
      </p:pic>
      <p:pic>
        <p:nvPicPr>
          <p:cNvPr id="8" name="Picture 7" descr="Screenshot 2026-09-18 151621"/>
          <p:cNvPicPr>
            <a:picLocks noChangeAspect="1"/>
          </p:cNvPicPr>
          <p:nvPr/>
        </p:nvPicPr>
        <p:blipFill>
          <a:blip r:embed="rId2"/>
          <a:stretch>
            <a:fillRect/>
          </a:stretch>
        </p:blipFill>
        <p:spPr>
          <a:xfrm>
            <a:off x="4871720" y="1341120"/>
            <a:ext cx="7261860" cy="18059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84" name="Shape 184"/>
        <p:cNvGrpSpPr/>
        <p:nvPr/>
      </p:nvGrpSpPr>
      <p:grpSpPr>
        <a:xfrm>
          <a:off x="0" y="0"/>
          <a:ext cx="0" cy="0"/>
          <a:chOff x="0" y="0"/>
          <a:chExt cx="0" cy="0"/>
        </a:xfrm>
      </p:grpSpPr>
      <p:sp>
        <p:nvSpPr>
          <p:cNvPr id="185" name="Google Shape;185;p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I.1. KHẢO SÁT BÀI TOÁN (tt)</a:t>
            </a:r>
            <a:endParaRPr lang="en-US"/>
          </a:p>
        </p:txBody>
      </p:sp>
      <p:sp>
        <p:nvSpPr>
          <p:cNvPr id="186" name="Google Shape;186;p6"/>
          <p:cNvSpPr/>
          <p:nvPr/>
        </p:nvSpPr>
        <p:spPr>
          <a:xfrm>
            <a:off x="7933764" y="2517104"/>
            <a:ext cx="3272116" cy="2162473"/>
          </a:xfrm>
          <a:prstGeom prst="flowChartPunchedCard">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Mỗi sản phẩm khi liệt kê bao gồm tên sản phẩm, đơn giá và ảnh minh họa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52051"/>
          <p:cNvPicPr>
            <a:picLocks noChangeAspect="1"/>
          </p:cNvPicPr>
          <p:nvPr/>
        </p:nvPicPr>
        <p:blipFill>
          <a:blip r:embed="rId1"/>
          <a:stretch>
            <a:fillRect/>
          </a:stretch>
        </p:blipFill>
        <p:spPr>
          <a:xfrm>
            <a:off x="622935" y="2061210"/>
            <a:ext cx="7272020" cy="31902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99" name="Shape 199"/>
        <p:cNvGrpSpPr/>
        <p:nvPr/>
      </p:nvGrpSpPr>
      <p:grpSpPr>
        <a:xfrm>
          <a:off x="0" y="0"/>
          <a:ext cx="0" cy="0"/>
          <a:chOff x="0" y="0"/>
          <a:chExt cx="0" cy="0"/>
        </a:xfrm>
      </p:grpSpPr>
      <p:sp>
        <p:nvSpPr>
          <p:cNvPr id="200" name="Google Shape;200;p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latin typeface="Times New Roman" panose="02020603050405020304" charset="0"/>
                <a:cs typeface="Times New Roman" panose="02020603050405020304" charset="0"/>
              </a:rPr>
              <a:t>I.2. MÔ TẢ BÀI TOÁN</a:t>
            </a:r>
            <a:endParaRPr lang="en-US">
              <a:latin typeface="Times New Roman" panose="02020603050405020304" charset="0"/>
              <a:cs typeface="Times New Roman" panose="02020603050405020304" charset="0"/>
            </a:endParaRPr>
          </a:p>
        </p:txBody>
      </p:sp>
      <p:sp>
        <p:nvSpPr>
          <p:cNvPr id="201" name="Google Shape;201;p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92500" lnSpcReduction="10000"/>
          </a:bodyPr>
          <a:lstStyle/>
          <a:p>
            <a:pPr marL="0" lvl="0" indent="0" algn="l" rtl="0">
              <a:lnSpc>
                <a:spcPct val="100000"/>
              </a:lnSpc>
              <a:spcBef>
                <a:spcPts val="0"/>
              </a:spcBef>
              <a:spcAft>
                <a:spcPts val="0"/>
              </a:spcAft>
              <a:buSzPct val="115000"/>
              <a:buNone/>
            </a:pPr>
            <a:r>
              <a:rPr lang="en-US">
                <a:latin typeface="Times New Roman" panose="02020603050405020304" charset="0"/>
                <a:cs typeface="Times New Roman" panose="02020603050405020304" charset="0"/>
              </a:rPr>
              <a:t>Sau khi khảo sát, phân tích viên đưa ra mô tả yêu cầu đặt ra của bài toán, cụ thể như sau:</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1. Tổ chức cơ sở dữ liệu: </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Mỗi sản phẩm quản lý các thông tin: mã sản phẩm,tên sản phẩm, thông tin chi tiết ảnh minh họa, đơn giá. Mỗi sản phẩm thuộc một loại sản phẩm, mỗi loại sản phẩm thuộc một nhóm sản phẩm lớn hơn.</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2. Chức năng web site:</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Sản phẩm được trình bày theo cấu trúc: Nhóm sản phẩm  ⮊ Loại sản phẩm ⮊ Danh sách các sản phẩm thuộc loại sản phẩm đã chọn, mỗi sản phẩm liệt kê: tên sản phẩm, ảnh minh họa,đơn giá và thông tin tóm tắt.</a:t>
            </a:r>
            <a:endParaRPr lang="en-US">
              <a:latin typeface="Times New Roman" panose="02020603050405020304" charset="0"/>
              <a:cs typeface="Times New Roman" panose="02020603050405020304" charset="0"/>
            </a:endParaRPr>
          </a:p>
          <a:p>
            <a:pPr marL="0" lvl="0" indent="0" algn="l" rtl="0">
              <a:lnSpc>
                <a:spcPct val="100000"/>
              </a:lnSpc>
              <a:spcBef>
                <a:spcPts val="1045"/>
              </a:spcBef>
              <a:spcAft>
                <a:spcPts val="0"/>
              </a:spcAft>
              <a:buSzPct val="115000"/>
              <a:buNone/>
            </a:pPr>
            <a:r>
              <a:rPr lang="en-US">
                <a:latin typeface="Times New Roman" panose="02020603050405020304" charset="0"/>
                <a:cs typeface="Times New Roman" panose="02020603050405020304" charset="0"/>
              </a:rPr>
              <a:t>Khi người dùng click vào tên sản phẩm hoặc ảnh minh họa, sẽ chuyển sang trang web hiển thị thông tin đầy đủ về sản phẩm được chọn, bao gồm: tên sản phẩm, đơn giá ,ngày giờ đăng, mô tả  tóm tắt, thông tin chi tiết ,ảnh minh họa.</a:t>
            </a:r>
            <a:endParaRPr lang="en-US">
              <a:latin typeface="Times New Roman" panose="02020603050405020304" charset="0"/>
              <a:cs typeface="Times New Roman" panose="0202060305040502030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205" name="Shape 205"/>
        <p:cNvGrpSpPr/>
        <p:nvPr/>
      </p:nvGrpSpPr>
      <p:grpSpPr>
        <a:xfrm>
          <a:off x="0" y="0"/>
          <a:ext cx="0" cy="0"/>
          <a:chOff x="0" y="0"/>
          <a:chExt cx="0" cy="0"/>
        </a:xfrm>
      </p:grpSpPr>
      <p:sp>
        <p:nvSpPr>
          <p:cNvPr id="206" name="Google Shape;206;p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 PHÂN TÍCH THIẾT KẾ CSDL</a:t>
            </a:r>
            <a:endParaRPr lang="en-US"/>
          </a:p>
        </p:txBody>
      </p:sp>
      <p:sp>
        <p:nvSpPr>
          <p:cNvPr id="207" name="Google Shape;207;p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II.1. MÔ HÌNH DỮ LIỆU Ở MỨC QUAN NIỆM</a:t>
            </a:r>
            <a:endParaRPr lang="en-US"/>
          </a:p>
          <a:p>
            <a:pPr marL="0" lvl="0" indent="0" algn="l" rtl="0">
              <a:lnSpc>
                <a:spcPct val="100000"/>
              </a:lnSpc>
              <a:spcBef>
                <a:spcPts val="1080"/>
              </a:spcBef>
              <a:spcAft>
                <a:spcPts val="0"/>
              </a:spcAft>
              <a:buSzPts val="2760"/>
              <a:buNone/>
            </a:pPr>
            <a:r>
              <a:rPr lang="en-US"/>
              <a:t>II.2. MÔ HÌNH DỮ LIỆU Ở MỨC LUẬN LÝ</a:t>
            </a:r>
            <a:endParaRPr lang="en-US"/>
          </a:p>
          <a:p>
            <a:pPr marL="0" lvl="0" indent="0" algn="l" rtl="0">
              <a:lnSpc>
                <a:spcPct val="100000"/>
              </a:lnSpc>
              <a:spcBef>
                <a:spcPts val="1080"/>
              </a:spcBef>
              <a:spcAft>
                <a:spcPts val="0"/>
              </a:spcAft>
              <a:buSzPts val="2760"/>
              <a:buNone/>
            </a:pPr>
            <a:r>
              <a:rPr lang="en-US"/>
              <a:t>II.3. MÔ HÌNH DỮ LIỆU Ở MỨC VẬT LÝ</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211" name="Shape 211"/>
        <p:cNvGrpSpPr/>
        <p:nvPr/>
      </p:nvGrpSpPr>
      <p:grpSpPr>
        <a:xfrm>
          <a:off x="0" y="0"/>
          <a:ext cx="0" cy="0"/>
          <a:chOff x="0" y="0"/>
          <a:chExt cx="0" cy="0"/>
        </a:xfrm>
      </p:grpSpPr>
      <p:sp>
        <p:nvSpPr>
          <p:cNvPr id="212" name="Google Shape;212;p10"/>
          <p:cNvSpPr txBox="1"/>
          <p:nvPr/>
        </p:nvSpPr>
        <p:spPr>
          <a:xfrm>
            <a:off x="2576228" y="3456545"/>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13" name="Google Shape;213;p10"/>
          <p:cNvSpPr txBox="1"/>
          <p:nvPr>
            <p:ph type="title"/>
          </p:nvPr>
        </p:nvSpPr>
        <p:spPr>
          <a:xfrm>
            <a:off x="1281955" y="686298"/>
            <a:ext cx="9601196" cy="739092"/>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latin typeface="Times New Roman" panose="02020603050405020304" charset="0"/>
                <a:cs typeface="Times New Roman" panose="02020603050405020304" charset="0"/>
              </a:rPr>
              <a:t>II.1. MÔ HÌNH DỮ LIỆU Ở MỨC QUAN NIỆM</a:t>
            </a:r>
            <a:endParaRPr lang="en-US" sz="3600">
              <a:latin typeface="Times New Roman" panose="02020603050405020304" charset="0"/>
              <a:cs typeface="Times New Roman" panose="02020603050405020304" charset="0"/>
            </a:endParaRPr>
          </a:p>
        </p:txBody>
      </p:sp>
      <p:sp>
        <p:nvSpPr>
          <p:cNvPr id="214" name="Google Shape;214;p10"/>
          <p:cNvSpPr txBox="1"/>
          <p:nvPr/>
        </p:nvSpPr>
        <p:spPr>
          <a:xfrm>
            <a:off x="5715000" y="2151529"/>
            <a:ext cx="1304365" cy="2059940"/>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SanPham</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MoTaTT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ThongTinCT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DonGia</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5" name="Google Shape;215;p10"/>
          <p:cNvSpPr txBox="1"/>
          <p:nvPr/>
        </p:nvSpPr>
        <p:spPr>
          <a:xfrm>
            <a:off x="9350187" y="2111188"/>
            <a:ext cx="1304365" cy="13519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DonViTinh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6" name="Google Shape;216;p10"/>
          <p:cNvSpPr txBox="1"/>
          <p:nvPr/>
        </p:nvSpPr>
        <p:spPr>
          <a:xfrm>
            <a:off x="2389093" y="211118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LoaiSP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7" name="Google Shape;217;p10"/>
          <p:cNvSpPr txBox="1"/>
          <p:nvPr/>
        </p:nvSpPr>
        <p:spPr>
          <a:xfrm>
            <a:off x="2389092" y="4912658"/>
            <a:ext cx="1304365" cy="1136015"/>
          </a:xfrm>
          <a:prstGeom prst="rect">
            <a:avLst/>
          </a:prstGeom>
          <a:noFill/>
          <a:ln w="9525" cap="flat" cmpd="sng">
            <a:solidFill>
              <a:schemeClr val="dk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400" b="0" i="0" u="none" strike="noStrike" cap="none">
                <a:solidFill>
                  <a:srgbClr val="000000"/>
                </a:solidFill>
                <a:latin typeface="Arial" panose="020B0604020202020204"/>
                <a:ea typeface="Arial" panose="020B0604020202020204"/>
                <a:cs typeface="Arial" panose="020B0604020202020204"/>
                <a:sym typeface="Arial" panose="020B0604020202020204"/>
              </a:rPr>
              <a:t>NhomSP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_________</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sng"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18" name="Google Shape;218;p10"/>
          <p:cNvSpPr/>
          <p:nvPr/>
        </p:nvSpPr>
        <p:spPr>
          <a:xfrm>
            <a:off x="4220135" y="2696190"/>
            <a:ext cx="856131" cy="609501"/>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SP thuộc</a:t>
            </a:r>
            <a:b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b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19" name="Google Shape;219;p10"/>
          <p:cNvCxnSpPr>
            <a:stCxn id="218" idx="6"/>
            <a:endCxn id="214" idx="1"/>
          </p:cNvCxnSpPr>
          <p:nvPr/>
        </p:nvCxnSpPr>
        <p:spPr>
          <a:xfrm>
            <a:off x="5076266" y="3000941"/>
            <a:ext cx="638810" cy="180340"/>
          </a:xfrm>
          <a:prstGeom prst="straightConnector1">
            <a:avLst/>
          </a:prstGeom>
          <a:noFill/>
          <a:ln w="9525" cap="flat" cmpd="sng">
            <a:solidFill>
              <a:schemeClr val="accent1"/>
            </a:solidFill>
            <a:prstDash val="solid"/>
            <a:round/>
            <a:headEnd type="none" w="sm" len="sm"/>
            <a:tailEnd type="none" w="sm" len="sm"/>
          </a:ln>
        </p:spPr>
      </p:cxnSp>
      <p:cxnSp>
        <p:nvCxnSpPr>
          <p:cNvPr id="220" name="Google Shape;220;p10"/>
          <p:cNvCxnSpPr>
            <a:stCxn id="218" idx="2"/>
            <a:endCxn id="216" idx="3"/>
          </p:cNvCxnSpPr>
          <p:nvPr/>
        </p:nvCxnSpPr>
        <p:spPr>
          <a:xfrm flipH="1" flipV="1">
            <a:off x="3693085" y="2679631"/>
            <a:ext cx="527050" cy="321310"/>
          </a:xfrm>
          <a:prstGeom prst="straightConnector1">
            <a:avLst/>
          </a:prstGeom>
          <a:noFill/>
          <a:ln w="9525" cap="flat" cmpd="sng">
            <a:solidFill>
              <a:schemeClr val="accent1"/>
            </a:solidFill>
            <a:prstDash val="solid"/>
            <a:round/>
            <a:headEnd type="none" w="sm" len="sm"/>
            <a:tailEnd type="none" w="sm" len="sm"/>
          </a:ln>
        </p:spPr>
      </p:cxnSp>
      <p:sp>
        <p:nvSpPr>
          <p:cNvPr id="221" name="Google Shape;221;p10"/>
          <p:cNvSpPr/>
          <p:nvPr/>
        </p:nvSpPr>
        <p:spPr>
          <a:xfrm>
            <a:off x="2608729" y="3829699"/>
            <a:ext cx="874059"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LSP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thuộc </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NSP</a:t>
            </a:r>
            <a:endPar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2" name="Google Shape;222;p10"/>
          <p:cNvCxnSpPr>
            <a:stCxn id="216" idx="2"/>
            <a:endCxn id="221" idx="0"/>
          </p:cNvCxnSpPr>
          <p:nvPr/>
        </p:nvCxnSpPr>
        <p:spPr>
          <a:xfrm>
            <a:off x="3041276" y="3247382"/>
            <a:ext cx="4445" cy="582295"/>
          </a:xfrm>
          <a:prstGeom prst="straightConnector1">
            <a:avLst/>
          </a:prstGeom>
          <a:noFill/>
          <a:ln w="9525" cap="flat" cmpd="sng">
            <a:solidFill>
              <a:schemeClr val="accent1"/>
            </a:solidFill>
            <a:prstDash val="solid"/>
            <a:round/>
            <a:headEnd type="none" w="sm" len="sm"/>
            <a:tailEnd type="none" w="sm" len="sm"/>
          </a:ln>
        </p:spPr>
      </p:cxnSp>
      <p:cxnSp>
        <p:nvCxnSpPr>
          <p:cNvPr id="223" name="Google Shape;223;p10"/>
          <p:cNvCxnSpPr>
            <a:stCxn id="221" idx="4"/>
            <a:endCxn id="217" idx="0"/>
          </p:cNvCxnSpPr>
          <p:nvPr/>
        </p:nvCxnSpPr>
        <p:spPr>
          <a:xfrm flipH="1">
            <a:off x="3041314" y="4394476"/>
            <a:ext cx="4445" cy="518160"/>
          </a:xfrm>
          <a:prstGeom prst="straightConnector1">
            <a:avLst/>
          </a:prstGeom>
          <a:noFill/>
          <a:ln w="9525" cap="flat" cmpd="sng">
            <a:solidFill>
              <a:schemeClr val="accent1"/>
            </a:solidFill>
            <a:prstDash val="solid"/>
            <a:round/>
            <a:headEnd type="none" w="sm" len="sm"/>
            <a:tailEnd type="none" w="sm" len="sm"/>
          </a:ln>
        </p:spPr>
      </p:cxnSp>
      <p:sp>
        <p:nvSpPr>
          <p:cNvPr id="224" name="Google Shape;224;p10"/>
          <p:cNvSpPr/>
          <p:nvPr/>
        </p:nvSpPr>
        <p:spPr>
          <a:xfrm>
            <a:off x="7855323" y="2696190"/>
            <a:ext cx="658906" cy="564777"/>
          </a:xfrm>
          <a:prstGeom prst="ellipse">
            <a:avLst/>
          </a:prstGeom>
          <a:solidFill>
            <a:schemeClr val="accent1"/>
          </a:solidFill>
          <a:ln w="15875" cap="flat" cmpd="sng">
            <a:solidFill>
              <a:srgbClr val="5F6F1E"/>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200"/>
              <a:buFont typeface="Arial" panose="020B0604020202020204"/>
              <a:buNone/>
            </a:pPr>
            <a:r>
              <a:rPr lang="en-US"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TGTT</a:t>
            </a:r>
            <a:endParaRPr sz="1200" b="0" i="0" u="none" strike="noStrike" cap="none">
              <a:solidFill>
                <a:schemeClr val="lt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cxnSp>
        <p:nvCxnSpPr>
          <p:cNvPr id="225" name="Google Shape;225;p10"/>
          <p:cNvCxnSpPr>
            <a:stCxn id="214" idx="3"/>
            <a:endCxn id="224" idx="2"/>
          </p:cNvCxnSpPr>
          <p:nvPr/>
        </p:nvCxnSpPr>
        <p:spPr>
          <a:xfrm flipV="1">
            <a:off x="7019365" y="2978666"/>
            <a:ext cx="836295" cy="202565"/>
          </a:xfrm>
          <a:prstGeom prst="straightConnector1">
            <a:avLst/>
          </a:prstGeom>
          <a:noFill/>
          <a:ln w="9525" cap="flat" cmpd="sng">
            <a:solidFill>
              <a:schemeClr val="accent1"/>
            </a:solidFill>
            <a:prstDash val="solid"/>
            <a:round/>
            <a:headEnd type="none" w="sm" len="sm"/>
            <a:tailEnd type="none" w="sm" len="sm"/>
          </a:ln>
        </p:spPr>
      </p:cxnSp>
      <p:cxnSp>
        <p:nvCxnSpPr>
          <p:cNvPr id="226" name="Google Shape;226;p10"/>
          <p:cNvCxnSpPr>
            <a:stCxn id="224" idx="6"/>
            <a:endCxn id="215" idx="1"/>
          </p:cNvCxnSpPr>
          <p:nvPr/>
        </p:nvCxnSpPr>
        <p:spPr>
          <a:xfrm flipV="1">
            <a:off x="8514864" y="2787444"/>
            <a:ext cx="835660" cy="191135"/>
          </a:xfrm>
          <a:prstGeom prst="straightConnector1">
            <a:avLst/>
          </a:prstGeom>
          <a:noFill/>
          <a:ln w="9525" cap="flat" cmpd="sng">
            <a:solidFill>
              <a:schemeClr val="accent1"/>
            </a:solidFill>
            <a:prstDash val="solid"/>
            <a:round/>
            <a:headEnd type="none" w="sm" len="sm"/>
            <a:tailEnd type="none" w="sm" len="sm"/>
          </a:ln>
        </p:spPr>
      </p:cxnSp>
      <p:sp>
        <p:nvSpPr>
          <p:cNvPr id="227" name="Google Shape;227;p10"/>
          <p:cNvSpPr txBox="1"/>
          <p:nvPr/>
        </p:nvSpPr>
        <p:spPr>
          <a:xfrm>
            <a:off x="2576228" y="445985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8" name="Google Shape;228;p10"/>
          <p:cNvSpPr txBox="1"/>
          <p:nvPr/>
        </p:nvSpPr>
        <p:spPr>
          <a:xfrm>
            <a:off x="7244601" y="2824689"/>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29" name="Google Shape;229;p10"/>
          <p:cNvSpPr txBox="1"/>
          <p:nvPr/>
        </p:nvSpPr>
        <p:spPr>
          <a:xfrm>
            <a:off x="8713691" y="2723013"/>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0" name="Google Shape;230;p10"/>
          <p:cNvSpPr txBox="1"/>
          <p:nvPr/>
        </p:nvSpPr>
        <p:spPr>
          <a:xfrm>
            <a:off x="5188322" y="2799477"/>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(1,1)</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31" name="Google Shape;231;p10"/>
          <p:cNvSpPr txBox="1"/>
          <p:nvPr/>
        </p:nvSpPr>
        <p:spPr>
          <a:xfrm>
            <a:off x="3805514" y="2548370"/>
            <a:ext cx="522195" cy="307777"/>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panose="020B0604020202020204"/>
              <a:buNone/>
            </a:pPr>
            <a:r>
              <a:rPr lang="en-US"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rPr>
              <a:t>(1,n)</a:t>
            </a:r>
            <a:endParaRPr sz="14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235" name="Shape 235"/>
        <p:cNvGrpSpPr/>
        <p:nvPr/>
      </p:nvGrpSpPr>
      <p:grpSpPr>
        <a:xfrm>
          <a:off x="0" y="0"/>
          <a:ext cx="0" cy="0"/>
          <a:chOff x="0" y="0"/>
          <a:chExt cx="0" cy="0"/>
        </a:xfrm>
      </p:grpSpPr>
      <p:sp>
        <p:nvSpPr>
          <p:cNvPr id="236" name="Google Shape;236;p1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latin typeface="Times New Roman" panose="02020603050405020304" charset="0"/>
                <a:cs typeface="Times New Roman" panose="02020603050405020304" charset="0"/>
              </a:rPr>
              <a:t>II.2. MÔ HÌNH DỮ LIỆU Ở MỨC LUẬN LÝ</a:t>
            </a:r>
            <a:endParaRPr lang="en-US" sz="3600">
              <a:latin typeface="Times New Roman" panose="02020603050405020304" charset="0"/>
              <a:cs typeface="Times New Roman" panose="02020603050405020304" charset="0"/>
            </a:endParaRPr>
          </a:p>
        </p:txBody>
      </p:sp>
      <p:sp>
        <p:nvSpPr>
          <p:cNvPr id="237" name="Google Shape;237;p1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latin typeface="Times New Roman" panose="02020603050405020304" charset="0"/>
                <a:cs typeface="Times New Roman" panose="02020603050405020304" charset="0"/>
              </a:rPr>
              <a:t>LƯỢC ĐỒ CƠ SỞ DỮ LIỆU</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1. SanPham(</a:t>
            </a:r>
            <a:r>
              <a:rPr lang="en-US" u="sng">
                <a:latin typeface="Times New Roman" panose="02020603050405020304" charset="0"/>
                <a:cs typeface="Times New Roman" panose="02020603050405020304" charset="0"/>
              </a:rPr>
              <a:t>MaSP</a:t>
            </a:r>
            <a:r>
              <a:rPr lang="en-US">
                <a:latin typeface="Times New Roman" panose="02020603050405020304" charset="0"/>
                <a:cs typeface="Times New Roman" panose="02020603050405020304" charset="0"/>
              </a:rPr>
              <a:t>, TenSP, MoTaTT, ThongTinCT, DonGia, AnhMH,MaLSP,MaDVT)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2. NhomSP(</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 TenNSP)</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3. LoaiSP(</a:t>
            </a:r>
            <a:r>
              <a:rPr lang="en-US" u="sng">
                <a:latin typeface="Times New Roman" panose="02020603050405020304" charset="0"/>
                <a:cs typeface="Times New Roman" panose="02020603050405020304" charset="0"/>
              </a:rPr>
              <a:t>MaLSP</a:t>
            </a:r>
            <a:r>
              <a:rPr lang="en-US">
                <a:latin typeface="Times New Roman" panose="02020603050405020304" charset="0"/>
                <a:cs typeface="Times New Roman" panose="02020603050405020304" charset="0"/>
              </a:rPr>
              <a:t>, TenLSP, </a:t>
            </a:r>
            <a:r>
              <a:rPr lang="en-US" u="sng">
                <a:latin typeface="Times New Roman" panose="02020603050405020304" charset="0"/>
                <a:cs typeface="Times New Roman" panose="02020603050405020304" charset="0"/>
              </a:rPr>
              <a:t>MaNSP</a:t>
            </a:r>
            <a:r>
              <a:rPr lang="en-US">
                <a:latin typeface="Times New Roman" panose="02020603050405020304" charset="0"/>
                <a:cs typeface="Times New Roman" panose="02020603050405020304" charset="0"/>
              </a:rPr>
              <a:t>)</a:t>
            </a:r>
            <a:endParaRPr lang="en-US">
              <a:latin typeface="Times New Roman" panose="02020603050405020304" charset="0"/>
              <a:cs typeface="Times New Roman" panose="02020603050405020304" charset="0"/>
            </a:endParaRPr>
          </a:p>
          <a:p>
            <a:pPr marL="0" lvl="0" indent="0" algn="l" rtl="0">
              <a:lnSpc>
                <a:spcPct val="100000"/>
              </a:lnSpc>
              <a:spcBef>
                <a:spcPts val="1080"/>
              </a:spcBef>
              <a:spcAft>
                <a:spcPts val="0"/>
              </a:spcAft>
              <a:buSzPts val="2760"/>
              <a:buNone/>
            </a:pPr>
            <a:r>
              <a:rPr lang="en-US">
                <a:latin typeface="Times New Roman" panose="02020603050405020304" charset="0"/>
                <a:cs typeface="Times New Roman" panose="02020603050405020304" charset="0"/>
              </a:rPr>
              <a:t>4. DonViTinh(</a:t>
            </a:r>
            <a:r>
              <a:rPr lang="en-US" u="sng">
                <a:latin typeface="Times New Roman" panose="02020603050405020304" charset="0"/>
                <a:cs typeface="Times New Roman" panose="02020603050405020304" charset="0"/>
              </a:rPr>
              <a:t>MaDVT</a:t>
            </a:r>
            <a:r>
              <a:rPr lang="en-US">
                <a:latin typeface="Times New Roman" panose="02020603050405020304" charset="0"/>
                <a:cs typeface="Times New Roman" panose="02020603050405020304" charset="0"/>
              </a:rPr>
              <a:t>, TenDVT)</a:t>
            </a:r>
            <a:endParaRPr lang="en-US"/>
          </a:p>
          <a:p>
            <a:pPr marL="0" lvl="0" indent="0" algn="l" rtl="0">
              <a:lnSpc>
                <a:spcPct val="100000"/>
              </a:lnSpc>
              <a:spcBef>
                <a:spcPts val="1080"/>
              </a:spcBef>
              <a:spcAft>
                <a:spcPts val="0"/>
              </a:spcAft>
              <a:buSzPts val="2760"/>
              <a:buNone/>
            </a:p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241" name="Shape 241"/>
        <p:cNvGrpSpPr/>
        <p:nvPr/>
      </p:nvGrpSpPr>
      <p:grpSpPr>
        <a:xfrm>
          <a:off x="0" y="0"/>
          <a:ext cx="0" cy="0"/>
          <a:chOff x="0" y="0"/>
          <a:chExt cx="0" cy="0"/>
        </a:xfrm>
      </p:grpSpPr>
      <p:sp>
        <p:nvSpPr>
          <p:cNvPr id="242" name="Google Shape;242;p12"/>
          <p:cNvSpPr txBox="1"/>
          <p:nvPr>
            <p:ph type="title"/>
          </p:nvPr>
        </p:nvSpPr>
        <p:spPr>
          <a:xfrm>
            <a:off x="73626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(SQL Server)</a:t>
            </a:r>
            <a:endParaRPr sz="3600"/>
          </a:p>
        </p:txBody>
      </p:sp>
      <p:graphicFrame>
        <p:nvGraphicFramePr>
          <p:cNvPr id="243" name="Google Shape;243;p12"/>
          <p:cNvGraphicFramePr/>
          <p:nvPr/>
        </p:nvGraphicFramePr>
        <p:xfrm>
          <a:off x="735965" y="2239645"/>
          <a:ext cx="10634345" cy="1143000"/>
        </p:xfrm>
        <a:graphic>
          <a:graphicData uri="http://schemas.openxmlformats.org/drawingml/2006/table">
            <a:tbl>
              <a:tblPr firstRow="1" bandRow="1">
                <a:noFill/>
                <a:tableStyleId>{2D5204B3-6243-42E8-8DC7-DA176E6F050A}</a:tableStyleId>
              </a:tblPr>
              <a:tblGrid>
                <a:gridCol w="3728085"/>
                <a:gridCol w="3453130"/>
                <a:gridCol w="3453130"/>
              </a:tblGrid>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8100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nvarchar(30)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44" name="Google Shape;244;p12"/>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45" name="Google Shape;245;p12"/>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75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(K): Mã đơn vị tính là khóa, được đánh số 1,2,…</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TenDVT: tên đơn vị tính, là 1 chuỗi dài tối đa 30 ký tự, vd: Chai Bia</a:t>
            </a:r>
            <a:endParaRPr sz="1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97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249" name="Shape 249"/>
        <p:cNvGrpSpPr/>
        <p:nvPr/>
      </p:nvGrpSpPr>
      <p:grpSpPr>
        <a:xfrm>
          <a:off x="0" y="0"/>
          <a:ext cx="0" cy="0"/>
          <a:chOff x="0" y="0"/>
          <a:chExt cx="0" cy="0"/>
        </a:xfrm>
      </p:grpSpPr>
      <p:sp>
        <p:nvSpPr>
          <p:cNvPr id="250" name="Google Shape;250;p1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51" name="Google Shape;251;p13"/>
          <p:cNvSpPr txBox="1"/>
          <p:nvPr/>
        </p:nvSpPr>
        <p:spPr>
          <a:xfrm>
            <a:off x="839470" y="1483995"/>
            <a:ext cx="10495915" cy="74358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1. DonViTinh(</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 TenDVT)</a:t>
            </a:r>
            <a:endParaRPr lang="en-US" sz="2400">
              <a:latin typeface="Times New Roman" panose="02020603050405020304" charset="0"/>
              <a:cs typeface="Times New Roman" panose="02020603050405020304" charset="0"/>
              <a:sym typeface="+mn-ea"/>
            </a:endParaRPr>
          </a:p>
          <a:p>
            <a:pPr marL="0" marR="0" lvl="0" indent="0" algn="l" rtl="0">
              <a:lnSpc>
                <a:spcPct val="100000"/>
              </a:lnSpc>
              <a:spcBef>
                <a:spcPts val="0"/>
              </a:spcBef>
              <a:spcAft>
                <a:spcPts val="0"/>
              </a:spcAft>
              <a:buClr>
                <a:schemeClr val="accent1"/>
              </a:buClr>
              <a:buSzPts val="2760"/>
              <a:buFont typeface="Arial" panose="020B0604020202020204"/>
              <a:buNone/>
            </a:pP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4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9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52" name="Google Shape;252;p13"/>
          <p:cNvGraphicFramePr/>
          <p:nvPr/>
        </p:nvGraphicFramePr>
        <p:xfrm>
          <a:off x="1127161" y="2996900"/>
          <a:ext cx="2592070" cy="1854250"/>
        </p:xfrm>
        <a:graphic>
          <a:graphicData uri="http://schemas.openxmlformats.org/drawingml/2006/table">
            <a:tbl>
              <a:tblPr firstRow="1" bandRow="1">
                <a:noFill/>
                <a:tableStyleId>{2D5204B3-6243-42E8-8DC7-DA176E6F050A}</a:tableStyleId>
              </a:tblPr>
              <a:tblGrid>
                <a:gridCol w="1038225"/>
                <a:gridCol w="155367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TenDVT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Chai Bia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Kg </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Trái</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256" name="Shape 256"/>
        <p:cNvGrpSpPr/>
        <p:nvPr/>
      </p:nvGrpSpPr>
      <p:grpSpPr>
        <a:xfrm>
          <a:off x="0" y="0"/>
          <a:ext cx="0" cy="0"/>
          <a:chOff x="0" y="0"/>
          <a:chExt cx="0" cy="0"/>
        </a:xfrm>
      </p:grpSpPr>
      <p:sp>
        <p:nvSpPr>
          <p:cNvPr id="257" name="Google Shape;257;p1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58" name="Google Shape;258;p14"/>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59" name="Google Shape;259;p14"/>
          <p:cNvSpPr txBox="1"/>
          <p:nvPr/>
        </p:nvSpPr>
        <p:spPr>
          <a:xfrm>
            <a:off x="839718"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latin typeface="Times New Roman" panose="02020603050405020304" charset="0"/>
                <a:cs typeface="Times New Roman" panose="02020603050405020304" charset="0"/>
                <a:sym typeface="+mn-ea"/>
              </a:rPr>
              <a:t>2. NhomSP(</a:t>
            </a:r>
            <a:r>
              <a:rPr lang="en-US" sz="2400" u="sng">
                <a:latin typeface="Times New Roman" panose="02020603050405020304" charset="0"/>
                <a:cs typeface="Times New Roman" panose="02020603050405020304" charset="0"/>
                <a:sym typeface="+mn-ea"/>
              </a:rPr>
              <a:t>MaNSP</a:t>
            </a:r>
            <a:r>
              <a:rPr lang="en-US" sz="2400">
                <a:latin typeface="Times New Roman" panose="02020603050405020304" charset="0"/>
                <a:cs typeface="Times New Roman" panose="02020603050405020304" charset="0"/>
                <a:sym typeface="+mn-ea"/>
              </a:rPr>
              <a:t>, TenNSP)</a:t>
            </a:r>
            <a:endParaRPr sz="24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sp>
        <p:nvSpPr>
          <p:cNvPr id="260" name="Google Shape;260;p14"/>
          <p:cNvSpPr txBox="1"/>
          <p:nvPr/>
        </p:nvSpPr>
        <p:spPr>
          <a:xfrm>
            <a:off x="874643" y="3559575"/>
            <a:ext cx="10495722" cy="180580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(K): Mã nhóm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8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TenNSP: Tên Nhóm sản phẩm, là 1 chuỗi dài tối đa 50 ký tự, vd: Đồ dùng cá nhân, Thể thao…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264" name="Shape 264"/>
        <p:cNvGrpSpPr/>
        <p:nvPr/>
      </p:nvGrpSpPr>
      <p:grpSpPr>
        <a:xfrm>
          <a:off x="0" y="0"/>
          <a:ext cx="0" cy="0"/>
          <a:chOff x="0" y="0"/>
          <a:chExt cx="0" cy="0"/>
        </a:xfrm>
      </p:grpSpPr>
      <p:sp>
        <p:nvSpPr>
          <p:cNvPr id="265" name="Google Shape;265;p1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66" name="Google Shape;266;p15"/>
          <p:cNvSpPr txBox="1"/>
          <p:nvPr/>
        </p:nvSpPr>
        <p:spPr>
          <a:xfrm>
            <a:off x="839718" y="1413123"/>
            <a:ext cx="10495722" cy="94967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1045"/>
              </a:spcBef>
              <a:spcAft>
                <a:spcPts val="0"/>
              </a:spcAft>
              <a:buClr>
                <a:schemeClr val="accent1"/>
              </a:buClr>
              <a:buSzPts val="2760"/>
              <a:buFont typeface="Arial" panose="020B0604020202020204"/>
              <a:buNone/>
            </a:pPr>
            <a:r>
              <a:rPr lang="en-US" sz="2300">
                <a:latin typeface="Times New Roman" panose="02020603050405020304" charset="0"/>
                <a:cs typeface="Times New Roman" panose="02020603050405020304" charset="0"/>
                <a:sym typeface="+mn-ea"/>
              </a:rPr>
              <a:t>2. NhomSP(</a:t>
            </a:r>
            <a:r>
              <a:rPr lang="en-US" sz="2300" u="sng">
                <a:latin typeface="Times New Roman" panose="02020603050405020304" charset="0"/>
                <a:cs typeface="Times New Roman" panose="02020603050405020304" charset="0"/>
                <a:sym typeface="+mn-ea"/>
              </a:rPr>
              <a:t>MaNSP</a:t>
            </a:r>
            <a:r>
              <a:rPr lang="en-US" sz="2300">
                <a:latin typeface="Times New Roman" panose="02020603050405020304" charset="0"/>
                <a:cs typeface="Times New Roman" panose="02020603050405020304" charset="0"/>
                <a:sym typeface="+mn-ea"/>
              </a:rPr>
              <a:t>, TenNSP)</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3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23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1100"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p:txBody>
      </p:sp>
      <p:graphicFrame>
        <p:nvGraphicFramePr>
          <p:cNvPr id="267" name="Google Shape;267;p15"/>
          <p:cNvGraphicFramePr/>
          <p:nvPr/>
        </p:nvGraphicFramePr>
        <p:xfrm>
          <a:off x="983016" y="2996900"/>
          <a:ext cx="10400675" cy="1854250"/>
        </p:xfrm>
        <a:graphic>
          <a:graphicData uri="http://schemas.openxmlformats.org/drawingml/2006/table">
            <a:tbl>
              <a:tblPr firstRow="1" bandRow="1">
                <a:noFill/>
                <a:tableStyleId>{2D5204B3-6243-42E8-8DC7-DA176E6F050A}</a:tableStyleId>
              </a:tblPr>
              <a:tblGrid>
                <a:gridCol w="1165225"/>
                <a:gridCol w="9235450"/>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Thể thao</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Đồ dùng cá nhân</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3</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Giáo dục</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4</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271" name="Shape 271"/>
        <p:cNvGrpSpPr/>
        <p:nvPr/>
      </p:nvGrpSpPr>
      <p:grpSpPr>
        <a:xfrm>
          <a:off x="0" y="0"/>
          <a:ext cx="0" cy="0"/>
          <a:chOff x="0" y="0"/>
          <a:chExt cx="0" cy="0"/>
        </a:xfrm>
      </p:grpSpPr>
      <p:sp>
        <p:nvSpPr>
          <p:cNvPr id="272" name="Google Shape;272;p1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73" name="Google Shape;273;p16"/>
          <p:cNvGraphicFramePr/>
          <p:nvPr/>
        </p:nvGraphicFramePr>
        <p:xfrm>
          <a:off x="874713" y="2270125"/>
          <a:ext cx="10494975" cy="300000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 (K)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tinyInt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Lookup(NhomSP(MaNSP))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74" name="Google Shape;274;p16"/>
          <p:cNvSpPr txBox="1"/>
          <p:nvPr/>
        </p:nvSpPr>
        <p:spPr>
          <a:xfrm>
            <a:off x="874643" y="1484243"/>
            <a:ext cx="10495722" cy="600051"/>
          </a:xfrm>
          <a:prstGeom prst="rect">
            <a:avLst/>
          </a:prstGeom>
          <a:noFill/>
          <a:ln>
            <a:noFill/>
          </a:ln>
        </p:spPr>
        <p:txBody>
          <a:bodyPr spcFirstLastPara="1" wrap="square" lIns="91425" tIns="45700" rIns="91425" bIns="45700" anchor="t" anchorCtr="0">
            <a:normAutofit/>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b="0"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75" name="Google Shape;275;p16"/>
          <p:cNvSpPr txBox="1"/>
          <p:nvPr/>
        </p:nvSpPr>
        <p:spPr>
          <a:xfrm>
            <a:off x="874643" y="4285713"/>
            <a:ext cx="10495722" cy="1805805"/>
          </a:xfrm>
          <a:prstGeom prst="rect">
            <a:avLst/>
          </a:prstGeom>
          <a:noFill/>
          <a:ln>
            <a:noFill/>
          </a:ln>
        </p:spPr>
        <p:txBody>
          <a:bodyPr spcFirstLastPara="1" wrap="square" lIns="91425" tIns="45700" rIns="91425" bIns="45700" anchor="t" anchorCtr="0">
            <a:normAutofit fontScale="85000" lnSpcReduction="2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(K): Mã loại sản phẩm là khóa, được đánh số 1,2,…</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 Tên loại sản phẩm, là 1 chuỗi dài tối đa 50 ký tự, vd: Bóng đá, Bóng bàn…</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Mã nhóm sản phẩm là khóa ngoại, kiểu dữ liệu phải giống kiểu dữ liệu trong bảng NhomSP, tra cứu cột MaNSP trong bảng NhomSP - Lookup(NhomSP(MaNSP))</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279" name="Shape 279"/>
        <p:cNvGrpSpPr/>
        <p:nvPr/>
      </p:nvGrpSpPr>
      <p:grpSpPr>
        <a:xfrm>
          <a:off x="0" y="0"/>
          <a:ext cx="0" cy="0"/>
          <a:chOff x="0" y="0"/>
          <a:chExt cx="0" cy="0"/>
        </a:xfrm>
      </p:grpSpPr>
      <p:sp>
        <p:nvSpPr>
          <p:cNvPr id="280" name="Google Shape;280;p1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81" name="Google Shape;281;p17"/>
          <p:cNvSpPr txBox="1"/>
          <p:nvPr/>
        </p:nvSpPr>
        <p:spPr>
          <a:xfrm>
            <a:off x="874643" y="1484243"/>
            <a:ext cx="10495722" cy="949675"/>
          </a:xfrm>
          <a:prstGeom prst="rect">
            <a:avLst/>
          </a:prstGeom>
          <a:noFill/>
          <a:ln>
            <a:noFill/>
          </a:ln>
        </p:spPr>
        <p:txBody>
          <a:bodyPr spcFirstLastPara="1" wrap="square" lIns="91425" tIns="45700" rIns="91425" bIns="45700" anchor="t" anchorCtr="0">
            <a:normAutofit lnSpcReduction="1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24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282" name="Google Shape;282;p17"/>
          <p:cNvGraphicFramePr/>
          <p:nvPr/>
        </p:nvGraphicFramePr>
        <p:xfrm>
          <a:off x="969681" y="2554940"/>
          <a:ext cx="10400675" cy="3000000"/>
        </p:xfrm>
        <a:graphic>
          <a:graphicData uri="http://schemas.openxmlformats.org/drawingml/2006/table">
            <a:tbl>
              <a:tblPr firstRow="1" bandRow="1">
                <a:noFill/>
                <a:tableStyleId>{2D5204B3-6243-42E8-8DC7-DA176E6F050A}</a:tableStyleId>
              </a:tblPr>
              <a:tblGrid>
                <a:gridCol w="953250"/>
                <a:gridCol w="8175800"/>
                <a:gridCol w="12716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MaNSP</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đá</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Bóng bàn</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2</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7</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Tư liệu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Phân tích</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9</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Người Việt năm châu</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286" name="Shape 286"/>
        <p:cNvGrpSpPr/>
        <p:nvPr/>
      </p:nvGrpSpPr>
      <p:grpSpPr>
        <a:xfrm>
          <a:off x="0" y="0"/>
          <a:ext cx="0" cy="0"/>
          <a:chOff x="0" y="0"/>
          <a:chExt cx="0" cy="0"/>
        </a:xfrm>
      </p:grpSpPr>
      <p:sp>
        <p:nvSpPr>
          <p:cNvPr id="287" name="Google Shape;287;p1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graphicFrame>
        <p:nvGraphicFramePr>
          <p:cNvPr id="288" name="Google Shape;288;p18"/>
          <p:cNvGraphicFramePr/>
          <p:nvPr/>
        </p:nvGraphicFramePr>
        <p:xfrm>
          <a:off x="874713" y="2270125"/>
          <a:ext cx="10494975" cy="3337650"/>
        </p:xfrm>
        <a:graphic>
          <a:graphicData uri="http://schemas.openxmlformats.org/drawingml/2006/table">
            <a:tbl>
              <a:tblPr firstRow="1" bandRow="1">
                <a:noFill/>
                <a:tableStyleId>{2D5204B3-6243-42E8-8DC7-DA176E6F050A}</a:tableStyleId>
              </a:tblPr>
              <a:tblGrid>
                <a:gridCol w="3498325"/>
                <a:gridCol w="3498325"/>
                <a:gridCol w="349832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Column name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Data type</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Allow nulls</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MaSP(K)</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Char(8)</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MoTaTT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Nvarchar(100)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ThongTinCT</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Ntext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Money</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AnhMH</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Nvarchar(50)</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sz="1800" u="none" strike="noStrike" cap="none">
                          <a:sym typeface="Wingdings 2" panose="05020102010507070707" charset="0"/>
                        </a:rPr>
                        <a:t></a:t>
                      </a:r>
                      <a:endParaRPr sz="1800" u="none" strike="noStrike" cap="none">
                        <a:sym typeface="Wingdings 2" panose="05020102010507070707" charset="0"/>
                      </a:endParaRPr>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MaLSP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Lookup(NhomTin(MaNT))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MaDVT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Lookup(TacGia(MaTG))</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
        <p:nvSpPr>
          <p:cNvPr id="289" name="Google Shape;289;p18"/>
          <p:cNvSpPr txBox="1"/>
          <p:nvPr/>
        </p:nvSpPr>
        <p:spPr>
          <a:xfrm>
            <a:off x="874643" y="1484243"/>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293" name="Shape 293"/>
        <p:cNvGrpSpPr/>
        <p:nvPr/>
      </p:nvGrpSpPr>
      <p:grpSpPr>
        <a:xfrm>
          <a:off x="0" y="0"/>
          <a:ext cx="0" cy="0"/>
          <a:chOff x="0" y="0"/>
          <a:chExt cx="0" cy="0"/>
        </a:xfrm>
      </p:grpSpPr>
      <p:sp>
        <p:nvSpPr>
          <p:cNvPr id="294" name="Google Shape;294;p1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295" name="Google Shape;295;p19"/>
          <p:cNvSpPr txBox="1"/>
          <p:nvPr/>
        </p:nvSpPr>
        <p:spPr>
          <a:xfrm>
            <a:off x="767328" y="1484878"/>
            <a:ext cx="10495722" cy="600051"/>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 </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80"/>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
        <p:nvSpPr>
          <p:cNvPr id="296" name="Google Shape;296;p19"/>
          <p:cNvSpPr txBox="1"/>
          <p:nvPr/>
        </p:nvSpPr>
        <p:spPr>
          <a:xfrm>
            <a:off x="874643" y="1972823"/>
            <a:ext cx="10495722" cy="4145589"/>
          </a:xfrm>
          <a:prstGeom prst="rect">
            <a:avLst/>
          </a:prstGeom>
          <a:noFill/>
          <a:ln>
            <a:noFill/>
          </a:ln>
        </p:spPr>
        <p:txBody>
          <a:bodyPr spcFirstLastPara="1" wrap="square" lIns="91425" tIns="45700" rIns="91425" bIns="45700" anchor="t" anchorCtr="0">
            <a:normAutofit fontScale="65000" lnSpcReduction="10000"/>
          </a:bodyPr>
          <a:lstStyle/>
          <a:p>
            <a:pPr marL="0" marR="0" lvl="0" indent="0" algn="l" rtl="0">
              <a:lnSpc>
                <a:spcPct val="100000"/>
              </a:lnSpc>
              <a:spcBef>
                <a:spcPts val="0"/>
              </a:spcBef>
              <a:spcAft>
                <a:spcPts val="0"/>
              </a:spcAft>
              <a:buClr>
                <a:schemeClr val="accent1"/>
              </a:buClr>
              <a:buSzPct val="115000"/>
              <a:buFont typeface="Arial" panose="020B0604020202020204"/>
              <a:buNone/>
            </a:pPr>
            <a:r>
              <a:rPr lang="en-US" sz="2400" b="1" i="0" u="sng"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Giải thích:</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MaSP (K): Mã sản phẩm là khóa, được đánh số theo nguyên tắc: 2 ký tự đầu là năm, 2 ký tự tiếp theo là tháng, 2 ký tự tiếp theo là ngày, 3 ký tự còn lại là số thứ tự sản phẩm đăng trong ngày, ví dụ sản phẩm thứ 5 đăng trong ngày 18/09/2026 là 260918005</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TenSP: Tên sản phẩm, là một chuỗi tối đa 50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MoTaTT: mô tả tóm tắt thông tin, là một chuỗi tối đa 100 ký tự</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ThongTinCT: thông tin chi tiết của sản phẩm, có thể bao gồm văn bản, hình ảnh…</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rPr>
              <a:t>DonGia</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AnhMH: Ảnh minh họa (có thể không có), lưu tên ảnh chứa trong thư mục quy định khi lập trình web</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 Mã loại sản phẩm là khóa ngoại, việc tra cứu tương tự MaNSP trong bảng LoaiSP</a:t>
            </a:r>
            <a:endParaRPr sz="2665" b="0" i="0" u="none" strike="noStrike" cap="none">
              <a:solidFill>
                <a:srgbClr val="000000"/>
              </a:solidFill>
              <a:latin typeface="Times New Roman" panose="02020603050405020304" charset="0"/>
              <a:ea typeface="Arial" panose="020B0604020202020204"/>
              <a:cs typeface="Times New Roman" panose="02020603050405020304" charset="0"/>
              <a:sym typeface="Arial" panose="020B0604020202020204"/>
            </a:endParaRPr>
          </a:p>
          <a:p>
            <a:pPr marL="0" marR="0" lvl="0" indent="0" algn="l" rtl="0">
              <a:lnSpc>
                <a:spcPct val="100000"/>
              </a:lnSpc>
              <a:spcBef>
                <a:spcPts val="1010"/>
              </a:spcBef>
              <a:spcAft>
                <a:spcPts val="0"/>
              </a:spcAft>
              <a:buClr>
                <a:schemeClr val="accent1"/>
              </a:buClr>
              <a:buSzPct val="115000"/>
              <a:buFont typeface="Arial" panose="020B0604020202020204"/>
              <a:buNone/>
            </a:pPr>
            <a:r>
              <a:rPr lang="en-US"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MaDVT: Mã đơn vị tính là khóa ngoại, việc tra cứu tương tự </a:t>
            </a:r>
            <a:r>
              <a:rPr lang="en-US" sz="2665">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 trong bảng LoaiSP</a:t>
            </a: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10"/>
              </a:spcBef>
              <a:spcAft>
                <a:spcPts val="0"/>
              </a:spcAft>
              <a:buClr>
                <a:schemeClr val="accent1"/>
              </a:buClr>
              <a:buSzPct val="115000"/>
              <a:buFont typeface="Arial" panose="020B0604020202020204"/>
              <a:buNone/>
            </a:pPr>
            <a:endParaRPr sz="2665"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300" name="Shape 300"/>
        <p:cNvGrpSpPr/>
        <p:nvPr/>
      </p:nvGrpSpPr>
      <p:grpSpPr>
        <a:xfrm>
          <a:off x="0" y="0"/>
          <a:ext cx="0" cy="0"/>
          <a:chOff x="0" y="0"/>
          <a:chExt cx="0" cy="0"/>
        </a:xfrm>
      </p:grpSpPr>
      <p:sp>
        <p:nvSpPr>
          <p:cNvPr id="301" name="Google Shape;301;p20"/>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sz="3600"/>
              <a:t>II.3. MÔ HÌNH DỮ LIỆU Ở MỨC VẬT LÝ (tt)</a:t>
            </a:r>
            <a:endParaRPr sz="3600"/>
          </a:p>
        </p:txBody>
      </p:sp>
      <p:sp>
        <p:nvSpPr>
          <p:cNvPr id="302" name="Google Shape;302;p20"/>
          <p:cNvSpPr txBox="1"/>
          <p:nvPr/>
        </p:nvSpPr>
        <p:spPr>
          <a:xfrm>
            <a:off x="874643" y="1484243"/>
            <a:ext cx="10495722" cy="949675"/>
          </a:xfrm>
          <a:prstGeom prst="rect">
            <a:avLst/>
          </a:prstGeom>
          <a:noFill/>
          <a:ln>
            <a:noFill/>
          </a:ln>
        </p:spPr>
        <p:txBody>
          <a:bodyPr spcFirstLastPara="1" wrap="square" lIns="91425" tIns="45700" rIns="91425" bIns="45700" anchor="t" anchorCtr="0">
            <a:normAutofit fontScale="90000"/>
          </a:bodyPr>
          <a:lstStyle/>
          <a:p>
            <a:pPr marL="0" marR="0" lvl="0" indent="0" algn="l" rtl="0">
              <a:lnSpc>
                <a:spcPct val="100000"/>
              </a:lnSpc>
              <a:spcBef>
                <a:spcPts val="0"/>
              </a:spcBef>
              <a:spcAft>
                <a:spcPts val="0"/>
              </a:spcAft>
              <a:buClr>
                <a:schemeClr val="accent1"/>
              </a:buClr>
              <a:buSzPts val="2760"/>
              <a:buFont typeface="Arial" panose="020B0604020202020204"/>
              <a:buNone/>
            </a:pPr>
            <a:r>
              <a:rPr lang="en-US" sz="24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2400">
                <a:latin typeface="Times New Roman" panose="02020603050405020304" charset="0"/>
                <a:cs typeface="Times New Roman" panose="02020603050405020304" charset="0"/>
                <a:sym typeface="+mn-ea"/>
              </a:rPr>
              <a:t>SanPham(</a:t>
            </a:r>
            <a:r>
              <a:rPr lang="en-US" sz="2400" u="sng">
                <a:latin typeface="Times New Roman" panose="02020603050405020304" charset="0"/>
                <a:cs typeface="Times New Roman" panose="02020603050405020304" charset="0"/>
                <a:sym typeface="+mn-ea"/>
              </a:rPr>
              <a:t>MaSP</a:t>
            </a:r>
            <a:r>
              <a:rPr lang="en-US" sz="2400">
                <a:latin typeface="Times New Roman" panose="02020603050405020304" charset="0"/>
                <a:cs typeface="Times New Roman" panose="02020603050405020304" charset="0"/>
                <a:sym typeface="+mn-ea"/>
              </a:rPr>
              <a:t>, TenSP, MoTaTT, ThongTinCT, DonGia, AnhMH,</a:t>
            </a:r>
            <a:r>
              <a:rPr lang="en-US" sz="2400" u="sng">
                <a:latin typeface="Times New Roman" panose="02020603050405020304" charset="0"/>
                <a:cs typeface="Times New Roman" panose="02020603050405020304" charset="0"/>
                <a:sym typeface="+mn-ea"/>
              </a:rPr>
              <a:t>MaLSP</a:t>
            </a:r>
            <a:r>
              <a:rPr lang="en-US" sz="2400">
                <a:latin typeface="Times New Roman" panose="02020603050405020304" charset="0"/>
                <a:cs typeface="Times New Roman" panose="02020603050405020304" charset="0"/>
                <a:sym typeface="+mn-ea"/>
              </a:rPr>
              <a:t>,</a:t>
            </a:r>
            <a:r>
              <a:rPr lang="en-US" sz="2400" u="sng">
                <a:latin typeface="Times New Roman" panose="02020603050405020304" charset="0"/>
                <a:cs typeface="Times New Roman" panose="02020603050405020304" charset="0"/>
                <a:sym typeface="+mn-ea"/>
              </a:rPr>
              <a:t>MaDVT</a:t>
            </a:r>
            <a:r>
              <a:rPr lang="en-US" sz="2400">
                <a:latin typeface="Times New Roman" panose="02020603050405020304" charset="0"/>
                <a:cs typeface="Times New Roman" panose="02020603050405020304" charset="0"/>
                <a:sym typeface="+mn-ea"/>
              </a:rPr>
              <a:t>)</a:t>
            </a: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1045"/>
              </a:spcBef>
              <a:spcAft>
                <a:spcPts val="0"/>
              </a:spcAft>
              <a:buClr>
                <a:schemeClr val="accent1"/>
              </a:buClr>
              <a:buSzPts val="2760"/>
              <a:buFont typeface="Arial" panose="020B0604020202020204"/>
              <a:buNone/>
            </a:pPr>
            <a:r>
              <a:rPr lang="en-US"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Dữ liệu mẫu</a:t>
            </a:r>
            <a:endParaRPr sz="1400" b="0" i="0" u="none" strike="noStrike" cap="none">
              <a:solidFill>
                <a:srgbClr val="000000"/>
              </a:solidFill>
              <a:latin typeface="Arial" panose="020B0604020202020204"/>
              <a:ea typeface="Arial" panose="020B0604020202020204"/>
              <a:cs typeface="Arial" panose="020B0604020202020204"/>
              <a:sym typeface="Arial" panose="020B0604020202020204"/>
            </a:endParaRPr>
          </a:p>
          <a:p>
            <a:pPr marL="0" marR="0" lvl="0" indent="0" algn="l" rtl="0">
              <a:lnSpc>
                <a:spcPct val="100000"/>
              </a:lnSpc>
              <a:spcBef>
                <a:spcPts val="1045"/>
              </a:spcBef>
              <a:spcAft>
                <a:spcPts val="0"/>
              </a:spcAft>
              <a:buClr>
                <a:schemeClr val="accent1"/>
              </a:buClr>
              <a:buSzPts val="2760"/>
              <a:buFont typeface="Arial" panose="020B0604020202020204"/>
              <a:buNone/>
            </a:pPr>
            <a:endParaRPr sz="24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graphicFrame>
        <p:nvGraphicFramePr>
          <p:cNvPr id="303" name="Google Shape;303;p20"/>
          <p:cNvGraphicFramePr/>
          <p:nvPr/>
        </p:nvGraphicFramePr>
        <p:xfrm>
          <a:off x="969681" y="2554940"/>
          <a:ext cx="10400700" cy="3000000"/>
        </p:xfrm>
        <a:graphic>
          <a:graphicData uri="http://schemas.openxmlformats.org/drawingml/2006/table">
            <a:tbl>
              <a:tblPr firstRow="1" bandRow="1">
                <a:noFill/>
                <a:tableStyleId>{2D5204B3-6243-42E8-8DC7-DA176E6F050A}</a:tableStyleId>
              </a:tblPr>
              <a:tblGrid>
                <a:gridCol w="1195300"/>
                <a:gridCol w="2635625"/>
                <a:gridCol w="1654000"/>
                <a:gridCol w="4915775"/>
              </a:tblGrid>
              <a:tr h="370850">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MaSP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TenSP</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DonGia</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Đồng hồ Rolex</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1234000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191205002</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 Sách Listening Test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60000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191206001</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Thùng khẩu trang y tế</a:t>
                      </a:r>
                      <a:endParaRPr lang="en-US"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100000</a:t>
                      </a:r>
                      <a:endParaRPr lang="en-US" sz="1800" u="none" strike="noStrike" cap="none"/>
                    </a:p>
                  </a:txBody>
                  <a:tcPr marL="91450" marR="91450" marT="45725" marB="45725"/>
                </a:tc>
              </a:tr>
              <a:tr h="370850">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c>
                  <a:txBody>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u="none" strike="noStrike" cap="none"/>
                        <a:t>…</a:t>
                      </a:r>
                      <a:endParaRPr sz="1800" u="none" strike="noStrike" cap="none"/>
                    </a:p>
                  </a:txBody>
                  <a:tcPr marL="91450" marR="91450" marT="45725" marB="45725"/>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307" name="Shape 307"/>
        <p:cNvGrpSpPr/>
        <p:nvPr/>
      </p:nvGrpSpPr>
      <p:grpSpPr>
        <a:xfrm>
          <a:off x="0" y="0"/>
          <a:ext cx="0" cy="0"/>
          <a:chOff x="0" y="0"/>
          <a:chExt cx="0" cy="0"/>
        </a:xfrm>
      </p:grpSpPr>
      <p:sp>
        <p:nvSpPr>
          <p:cNvPr id="308" name="Google Shape;308;p21"/>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 CÀI ĐẶT CSDL</a:t>
            </a:r>
            <a:endParaRPr lang="en-US"/>
          </a:p>
        </p:txBody>
      </p:sp>
      <p:sp>
        <p:nvSpPr>
          <p:cNvPr id="309" name="Google Shape;309;p21"/>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III.1. Tạo CSDL </a:t>
            </a:r>
            <a:endParaRPr lang="en-US"/>
          </a:p>
          <a:p>
            <a:pPr marL="0" lvl="0" indent="0" algn="l" rtl="0">
              <a:lnSpc>
                <a:spcPct val="100000"/>
              </a:lnSpc>
              <a:spcBef>
                <a:spcPts val="1080"/>
              </a:spcBef>
              <a:spcAft>
                <a:spcPts val="0"/>
              </a:spcAft>
              <a:buSzPts val="2760"/>
              <a:buNone/>
            </a:pPr>
            <a:r>
              <a:rPr lang="en-US"/>
              <a:t>III.2. Tạo các bảng dữ liệu</a:t>
            </a:r>
            <a:endParaRPr lang="en-US"/>
          </a:p>
          <a:p>
            <a:pPr marL="0" lvl="0" indent="0" algn="l" rtl="0">
              <a:lnSpc>
                <a:spcPct val="100000"/>
              </a:lnSpc>
              <a:spcBef>
                <a:spcPts val="1080"/>
              </a:spcBef>
              <a:spcAft>
                <a:spcPts val="0"/>
              </a:spcAft>
              <a:buSzPts val="2760"/>
              <a:buNone/>
            </a:pPr>
            <a:r>
              <a:rPr lang="en-US"/>
              <a:t>III.3. Tạo mối kết hợp giữa các bảng (Database Diagrams)</a:t>
            </a:r>
            <a:endParaRPr lang="en-US"/>
          </a:p>
          <a:p>
            <a:pPr marL="0" lvl="0" indent="0" algn="l" rtl="0">
              <a:lnSpc>
                <a:spcPct val="100000"/>
              </a:lnSpc>
              <a:spcBef>
                <a:spcPts val="1080"/>
              </a:spcBef>
              <a:spcAft>
                <a:spcPts val="0"/>
              </a:spcAft>
              <a:buSzPts val="2760"/>
              <a:buNone/>
            </a:pPr>
            <a:r>
              <a:rPr lang="en-US"/>
              <a:t>III.4. Tạo các thủ tục lưu trữ SQL</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313" name="Shape 313"/>
        <p:cNvGrpSpPr/>
        <p:nvPr/>
      </p:nvGrpSpPr>
      <p:grpSpPr>
        <a:xfrm>
          <a:off x="0" y="0"/>
          <a:ext cx="0" cy="0"/>
          <a:chOff x="0" y="0"/>
          <a:chExt cx="0" cy="0"/>
        </a:xfrm>
      </p:grpSpPr>
      <p:sp>
        <p:nvSpPr>
          <p:cNvPr id="314" name="Google Shape;314;p22"/>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III.1. Tạo CSDL trên MS SQL Server</a:t>
            </a:r>
            <a:endParaRPr lang="en-US"/>
          </a:p>
        </p:txBody>
      </p:sp>
      <p:sp>
        <p:nvSpPr>
          <p:cNvPr id="315" name="Google Shape;315;p22"/>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Tạo Cơ sở dữ liệu, đặt tên </a:t>
            </a:r>
            <a:r>
              <a:rPr lang="en-US"/>
              <a:t>PTUDWEB_</a:t>
            </a:r>
            <a:r>
              <a:rPr lang="en-US"/>
              <a:t>Ten_MSSV_DB, lưu trong thư mục: TenHoMSSV-&gt;Data</a:t>
            </a:r>
            <a:endParaRPr lang="en-US"/>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Lưu ý: Tạo thư mục theo định dạng Tên Họ MSSV của bạn. Trong thư mục này tạo 2 thư mục con: Thư mục Data chứa 2 file CSDL, thư mục WebApp chứa các trang web đã tạo. Ví dụ: Bạn tên: Nguyễn Văn Đông, MSSV: 65133051 thì tạo thư mục: </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DongNguyenVan65133051 (Tiếng Việt không dấu, không khoảng cách)</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a:t>
            </a:r>
            <a:r>
              <a:rPr lang="en-US" i="1">
                <a:solidFill>
                  <a:srgbClr val="FF0000"/>
                </a:solidFill>
                <a:latin typeface="Gill Sans" panose="020B0502020104020203"/>
                <a:ea typeface="Gill Sans" panose="020B0502020104020203"/>
                <a:cs typeface="Gill Sans" panose="020B0502020104020203"/>
                <a:sym typeface="Gill Sans" panose="020B0502020104020203"/>
              </a:rPr>
              <a:t>Data</a:t>
            </a:r>
            <a:endParaRPr lang="en-US" i="1">
              <a:solidFill>
                <a:srgbClr val="FF0000"/>
              </a:solidFill>
              <a:latin typeface="Gill Sans" panose="020B0502020104020203"/>
              <a:ea typeface="Gill Sans" panose="020B0502020104020203"/>
              <a:cs typeface="Gill Sans" panose="020B0502020104020203"/>
              <a:sym typeface="Gill Sans" panose="020B0502020104020203"/>
            </a:endParaRPr>
          </a:p>
          <a:p>
            <a:pPr marL="0" lvl="0" indent="0" algn="l" rtl="0">
              <a:lnSpc>
                <a:spcPct val="100000"/>
              </a:lnSpc>
              <a:spcBef>
                <a:spcPts val="1080"/>
              </a:spcBef>
              <a:spcAft>
                <a:spcPts val="0"/>
              </a:spcAft>
              <a:buSzPts val="2760"/>
              <a:buNone/>
            </a:pPr>
            <a:r>
              <a:rPr lang="en-US" i="1">
                <a:solidFill>
                  <a:srgbClr val="FF0000"/>
                </a:solidFill>
                <a:latin typeface="Gill Sans" panose="020B0502020104020203"/>
                <a:ea typeface="Gill Sans" panose="020B0502020104020203"/>
                <a:cs typeface="Gill Sans" panose="020B0502020104020203"/>
                <a:sym typeface="Gill Sans" panose="020B0502020104020203"/>
              </a:rPr>
              <a:t>		- WebApp</a:t>
            </a:r>
            <a:endParaRPr i="1">
              <a:solidFill>
                <a:srgbClr val="FF0000"/>
              </a:solidFill>
              <a:latin typeface="Gill Sans" panose="020B0502020104020203"/>
              <a:ea typeface="Gill Sans" panose="020B0502020104020203"/>
              <a:cs typeface="Gill Sans" panose="020B0502020104020203"/>
              <a:sym typeface="Gill Sans" panose="020B0502020104020203"/>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319" name="Shape 319"/>
        <p:cNvGrpSpPr/>
        <p:nvPr/>
      </p:nvGrpSpPr>
      <p:grpSpPr>
        <a:xfrm>
          <a:off x="0" y="0"/>
          <a:ext cx="0" cy="0"/>
          <a:chOff x="0" y="0"/>
          <a:chExt cx="0" cy="0"/>
        </a:xfrm>
      </p:grpSpPr>
      <p:sp>
        <p:nvSpPr>
          <p:cNvPr id="320" name="Google Shape;320;p23"/>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a:t>
            </a:r>
            <a:endParaRPr lang="en-US"/>
          </a:p>
        </p:txBody>
      </p:sp>
      <p:sp>
        <p:nvSpPr>
          <p:cNvPr id="322" name="Google Shape;322;p23"/>
          <p:cNvSpPr/>
          <p:nvPr/>
        </p:nvSpPr>
        <p:spPr>
          <a:xfrm>
            <a:off x="623873" y="1412621"/>
            <a:ext cx="10840277" cy="36703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3" name="Picture 2" descr="Screenshot 2026-09-18 180800"/>
          <p:cNvPicPr>
            <a:picLocks noChangeAspect="1"/>
          </p:cNvPicPr>
          <p:nvPr/>
        </p:nvPicPr>
        <p:blipFill>
          <a:blip r:embed="rId1"/>
          <a:stretch>
            <a:fillRect/>
          </a:stretch>
        </p:blipFill>
        <p:spPr>
          <a:xfrm>
            <a:off x="1127760" y="2204720"/>
            <a:ext cx="8854440" cy="1224280"/>
          </a:xfrm>
          <a:prstGeom prst="rect">
            <a:avLst/>
          </a:prstGeom>
        </p:spPr>
      </p:pic>
      <p:sp>
        <p:nvSpPr>
          <p:cNvPr id="2" name="Text Box 1"/>
          <p:cNvSpPr txBox="1"/>
          <p:nvPr/>
        </p:nvSpPr>
        <p:spPr>
          <a:xfrm>
            <a:off x="983615" y="1484630"/>
            <a:ext cx="4486275" cy="706755"/>
          </a:xfrm>
          <a:prstGeom prst="rect">
            <a:avLst/>
          </a:prstGeom>
          <a:noFill/>
        </p:spPr>
        <p:txBody>
          <a:bodyPr wrap="square" rtlCol="0">
            <a:spAutoFit/>
          </a:bodyPr>
          <a:p>
            <a:r>
              <a:rPr lang="en-US" sz="2000">
                <a:latin typeface="Times New Roman" panose="02020603050405020304" charset="0"/>
                <a:cs typeface="Times New Roman" panose="02020603050405020304" charset="0"/>
                <a:sym typeface="+mn-ea"/>
              </a:rPr>
              <a:t>1.DonViTinh(</a:t>
            </a:r>
            <a:r>
              <a:rPr lang="en-US" sz="2000" u="sng">
                <a:latin typeface="Times New Roman" panose="02020603050405020304" charset="0"/>
                <a:cs typeface="Times New Roman" panose="02020603050405020304" charset="0"/>
                <a:sym typeface="+mn-ea"/>
              </a:rPr>
              <a:t>MaDVT</a:t>
            </a:r>
            <a:r>
              <a:rPr lang="en-US" sz="2000">
                <a:latin typeface="Times New Roman" panose="02020603050405020304" charset="0"/>
                <a:cs typeface="Times New Roman" panose="02020603050405020304" charset="0"/>
                <a:sym typeface="+mn-ea"/>
              </a:rPr>
              <a:t>, TenDVT)</a:t>
            </a:r>
            <a:endParaRPr lang="en-US" sz="2000">
              <a:latin typeface="Times New Roman" panose="02020603050405020304" charset="0"/>
              <a:cs typeface="Times New Roman" panose="02020603050405020304" charset="0"/>
            </a:endParaRPr>
          </a:p>
          <a:p>
            <a:endParaRPr lang="en-US" sz="2000">
              <a:latin typeface="Times New Roman" panose="02020603050405020304" charset="0"/>
              <a:cs typeface="Times New Roman" panose="0202060305040502030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326" name="Shape 326"/>
        <p:cNvGrpSpPr/>
        <p:nvPr/>
      </p:nvGrpSpPr>
      <p:grpSpPr>
        <a:xfrm>
          <a:off x="0" y="0"/>
          <a:ext cx="0" cy="0"/>
          <a:chOff x="0" y="0"/>
          <a:chExt cx="0" cy="0"/>
        </a:xfrm>
      </p:grpSpPr>
      <p:sp>
        <p:nvSpPr>
          <p:cNvPr id="327" name="Google Shape;327;p2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29" name="Google Shape;329;p24"/>
          <p:cNvSpPr/>
          <p:nvPr/>
        </p:nvSpPr>
        <p:spPr>
          <a:xfrm>
            <a:off x="662305" y="1523365"/>
            <a:ext cx="10840085" cy="404495"/>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latin typeface="Times New Roman" panose="02020603050405020304" charset="0"/>
                <a:cs typeface="Times New Roman" panose="02020603050405020304" charset="0"/>
                <a:sym typeface="+mn-ea"/>
              </a:rPr>
              <a:t>2. NhomSP(</a:t>
            </a:r>
            <a:r>
              <a:rPr lang="en-US" sz="1800" u="sng">
                <a:latin typeface="Times New Roman" panose="02020603050405020304" charset="0"/>
                <a:cs typeface="Times New Roman" panose="02020603050405020304" charset="0"/>
                <a:sym typeface="+mn-ea"/>
              </a:rPr>
              <a:t>MaNSP</a:t>
            </a:r>
            <a:r>
              <a:rPr lang="en-US" sz="1800">
                <a:latin typeface="Times New Roman" panose="02020603050405020304" charset="0"/>
                <a:cs typeface="Times New Roman" panose="02020603050405020304" charset="0"/>
                <a:sym typeface="+mn-ea"/>
              </a:rPr>
              <a:t>, TenNSP)</a:t>
            </a:r>
            <a:endParaRPr sz="18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4" name="Picture 3" descr="Screenshot 2026-09-18 181311"/>
          <p:cNvPicPr>
            <a:picLocks noChangeAspect="1"/>
          </p:cNvPicPr>
          <p:nvPr/>
        </p:nvPicPr>
        <p:blipFill>
          <a:blip r:embed="rId1"/>
          <a:stretch>
            <a:fillRect/>
          </a:stretch>
        </p:blipFill>
        <p:spPr>
          <a:xfrm>
            <a:off x="1127760" y="2277110"/>
            <a:ext cx="8835390" cy="114935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333" name="Shape 333"/>
        <p:cNvGrpSpPr/>
        <p:nvPr/>
      </p:nvGrpSpPr>
      <p:grpSpPr>
        <a:xfrm>
          <a:off x="0" y="0"/>
          <a:ext cx="0" cy="0"/>
          <a:chOff x="0" y="0"/>
          <a:chExt cx="0" cy="0"/>
        </a:xfrm>
      </p:grpSpPr>
      <p:sp>
        <p:nvSpPr>
          <p:cNvPr id="334" name="Google Shape;334;p25"/>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36" name="Google Shape;336;p25"/>
          <p:cNvSpPr/>
          <p:nvPr/>
        </p:nvSpPr>
        <p:spPr>
          <a:xfrm>
            <a:off x="662608" y="1482769"/>
            <a:ext cx="10740497" cy="64389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3. LoaiSP(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MaLSP,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TenLSP,</a:t>
            </a:r>
            <a:r>
              <a:rPr lang="en-US" sz="1800" u="sng">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MaNSP</a:t>
            </a:r>
            <a:r>
              <a:rPr lang="en-US" sz="18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a:t>
            </a:r>
            <a:endParaRPr sz="1800" b="0" i="0" u="none" strike="noStrike" cap="none">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a:p>
            <a:pPr marL="0" marR="0" lvl="0" indent="0" algn="l" rtl="0">
              <a:lnSpc>
                <a:spcPct val="100000"/>
              </a:lnSpc>
              <a:spcBef>
                <a:spcPts val="0"/>
              </a:spcBef>
              <a:spcAft>
                <a:spcPts val="0"/>
              </a:spcAft>
              <a:buClr>
                <a:srgbClr val="000000"/>
              </a:buClr>
              <a:buSzPts val="1800"/>
              <a:buFont typeface="Arial" panose="020B0604020202020204"/>
              <a:buNone/>
            </a:pPr>
            <a:endParaRPr sz="1800" b="0" i="0" u="none" strike="noStrike" cap="none">
              <a:solidFill>
                <a:schemeClr val="dk1"/>
              </a:solidFill>
              <a:latin typeface="Times New Roman" panose="02020603050405020304" charset="0"/>
              <a:ea typeface="Times New Roman" panose="02020603050405020304" charset="0"/>
              <a:cs typeface="Times New Roman" panose="02020603050405020304" charset="0"/>
              <a:sym typeface="Times New Roman" panose="02020603050405020304" charset="0"/>
            </a:endParaRPr>
          </a:p>
        </p:txBody>
      </p:sp>
      <p:pic>
        <p:nvPicPr>
          <p:cNvPr id="2" name="Picture 1" descr="Screenshot 2026-09-18 180904"/>
          <p:cNvPicPr>
            <a:picLocks noChangeAspect="1"/>
          </p:cNvPicPr>
          <p:nvPr/>
        </p:nvPicPr>
        <p:blipFill>
          <a:blip r:embed="rId1"/>
          <a:stretch>
            <a:fillRect/>
          </a:stretch>
        </p:blipFill>
        <p:spPr>
          <a:xfrm>
            <a:off x="1199515" y="2061210"/>
            <a:ext cx="7910195" cy="141033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340" name="Shape 340"/>
        <p:cNvGrpSpPr/>
        <p:nvPr/>
      </p:nvGrpSpPr>
      <p:grpSpPr>
        <a:xfrm>
          <a:off x="0" y="0"/>
          <a:ext cx="0" cy="0"/>
          <a:chOff x="0" y="0"/>
          <a:chExt cx="0" cy="0"/>
        </a:xfrm>
      </p:grpSpPr>
      <p:sp>
        <p:nvSpPr>
          <p:cNvPr id="341" name="Google Shape;341;p26"/>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III.2. Tạo các bảng dữ liệu (tt)</a:t>
            </a:r>
            <a:endParaRPr lang="en-US"/>
          </a:p>
        </p:txBody>
      </p:sp>
      <p:sp>
        <p:nvSpPr>
          <p:cNvPr id="343" name="Google Shape;343;p26"/>
          <p:cNvSpPr/>
          <p:nvPr/>
        </p:nvSpPr>
        <p:spPr>
          <a:xfrm>
            <a:off x="662609" y="1478740"/>
            <a:ext cx="10821904" cy="33591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panose="020B0604020202020204"/>
              <a:buNone/>
            </a:pPr>
            <a:r>
              <a:rPr lang="en-US" sz="1600">
                <a:solidFill>
                  <a:srgbClr val="262626"/>
                </a:solidFill>
                <a:latin typeface="Times New Roman" panose="02020603050405020304" charset="0"/>
                <a:ea typeface="Times New Roman" panose="02020603050405020304" charset="0"/>
                <a:cs typeface="Times New Roman" panose="02020603050405020304" charset="0"/>
                <a:sym typeface="Times New Roman" panose="02020603050405020304" charset="0"/>
              </a:rPr>
              <a:t>4.</a:t>
            </a:r>
            <a:r>
              <a:rPr lang="en-US" sz="1600">
                <a:latin typeface="Times New Roman" panose="02020603050405020304" charset="0"/>
                <a:cs typeface="Times New Roman" panose="02020603050405020304" charset="0"/>
                <a:sym typeface="+mn-ea"/>
              </a:rPr>
              <a:t>SanPham(</a:t>
            </a:r>
            <a:r>
              <a:rPr lang="en-US" sz="1600" u="sng">
                <a:latin typeface="Times New Roman" panose="02020603050405020304" charset="0"/>
                <a:cs typeface="Times New Roman" panose="02020603050405020304" charset="0"/>
                <a:sym typeface="+mn-ea"/>
              </a:rPr>
              <a:t>MaSP</a:t>
            </a:r>
            <a:r>
              <a:rPr lang="en-US" sz="1600">
                <a:latin typeface="Times New Roman" panose="02020603050405020304" charset="0"/>
                <a:cs typeface="Times New Roman" panose="02020603050405020304" charset="0"/>
                <a:sym typeface="+mn-ea"/>
              </a:rPr>
              <a:t>, TenSP, MoTaTT, ThongTinCT, DonGia, AnhMH,</a:t>
            </a:r>
            <a:r>
              <a:rPr lang="en-US" sz="1600" u="sng">
                <a:latin typeface="Times New Roman" panose="02020603050405020304" charset="0"/>
                <a:cs typeface="Times New Roman" panose="02020603050405020304" charset="0"/>
                <a:sym typeface="+mn-ea"/>
              </a:rPr>
              <a:t>MaLSP</a:t>
            </a:r>
            <a:r>
              <a:rPr lang="en-US" sz="1600">
                <a:latin typeface="Times New Roman" panose="02020603050405020304" charset="0"/>
                <a:cs typeface="Times New Roman" panose="02020603050405020304" charset="0"/>
                <a:sym typeface="+mn-ea"/>
              </a:rPr>
              <a:t>,</a:t>
            </a:r>
            <a:r>
              <a:rPr lang="en-US" sz="1600" u="sng">
                <a:latin typeface="Times New Roman" panose="02020603050405020304" charset="0"/>
                <a:cs typeface="Times New Roman" panose="02020603050405020304" charset="0"/>
                <a:sym typeface="+mn-ea"/>
              </a:rPr>
              <a:t>MaDVT</a:t>
            </a:r>
            <a:r>
              <a:rPr lang="en-US" sz="1600">
                <a:latin typeface="Times New Roman" panose="02020603050405020304" charset="0"/>
                <a:cs typeface="Times New Roman" panose="02020603050405020304" charset="0"/>
                <a:sym typeface="+mn-ea"/>
              </a:rPr>
              <a:t>)</a:t>
            </a:r>
            <a:endParaRPr sz="1600" b="0" i="0" u="none" strike="noStrike" cap="none">
              <a:solidFill>
                <a:srgbClr val="000000"/>
              </a:solidFill>
              <a:latin typeface="Arial" panose="020B0604020202020204"/>
              <a:ea typeface="Arial" panose="020B0604020202020204"/>
              <a:cs typeface="Arial" panose="020B0604020202020204"/>
              <a:sym typeface="Arial" panose="020B0604020202020204"/>
            </a:endParaRPr>
          </a:p>
        </p:txBody>
      </p:sp>
      <p:pic>
        <p:nvPicPr>
          <p:cNvPr id="2" name="Picture 1" descr="Screenshot 2026-09-18 180918"/>
          <p:cNvPicPr>
            <a:picLocks noChangeAspect="1"/>
          </p:cNvPicPr>
          <p:nvPr/>
        </p:nvPicPr>
        <p:blipFill>
          <a:blip r:embed="rId1"/>
          <a:stretch>
            <a:fillRect/>
          </a:stretch>
        </p:blipFill>
        <p:spPr>
          <a:xfrm>
            <a:off x="1127760" y="1917065"/>
            <a:ext cx="6607810" cy="263461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347" name="Shape 347"/>
        <p:cNvGrpSpPr/>
        <p:nvPr/>
      </p:nvGrpSpPr>
      <p:grpSpPr>
        <a:xfrm>
          <a:off x="0" y="0"/>
          <a:ext cx="0" cy="0"/>
          <a:chOff x="0" y="0"/>
          <a:chExt cx="0" cy="0"/>
        </a:xfrm>
      </p:grpSpPr>
      <p:sp>
        <p:nvSpPr>
          <p:cNvPr id="348" name="Google Shape;348;p27"/>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Autofit/>
          </a:bodyPr>
          <a:lstStyle/>
          <a:p>
            <a:pPr marL="0" lvl="0" indent="0" algn="ctr" rtl="0">
              <a:lnSpc>
                <a:spcPct val="100000"/>
              </a:lnSpc>
              <a:spcBef>
                <a:spcPts val="0"/>
              </a:spcBef>
              <a:spcAft>
                <a:spcPts val="0"/>
              </a:spcAft>
              <a:buClr>
                <a:srgbClr val="262626"/>
              </a:buClr>
              <a:buSzPts val="3600"/>
              <a:buFont typeface="Times New Roman" panose="02020603050405020304" charset="0"/>
              <a:buNone/>
            </a:pPr>
            <a:r>
              <a:rPr lang="en-US" sz="3600"/>
              <a:t>III.3. Tạo Mối kết hợp giữa các bảng (Database Diagrams)</a:t>
            </a:r>
            <a:endParaRPr lang="en-US" sz="3600"/>
          </a:p>
        </p:txBody>
      </p:sp>
      <p:pic>
        <p:nvPicPr>
          <p:cNvPr id="2" name="Picture 1" descr="Screenshot 2026-09-18 181614"/>
          <p:cNvPicPr>
            <a:picLocks noChangeAspect="1"/>
          </p:cNvPicPr>
          <p:nvPr/>
        </p:nvPicPr>
        <p:blipFill>
          <a:blip r:embed="rId1"/>
          <a:stretch>
            <a:fillRect/>
          </a:stretch>
        </p:blipFill>
        <p:spPr>
          <a:xfrm>
            <a:off x="1919605" y="1701165"/>
            <a:ext cx="8656320" cy="43205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353" name="Shape 353"/>
        <p:cNvGrpSpPr/>
        <p:nvPr/>
      </p:nvGrpSpPr>
      <p:grpSpPr>
        <a:xfrm>
          <a:off x="0" y="0"/>
          <a:ext cx="0" cy="0"/>
          <a:chOff x="0" y="0"/>
          <a:chExt cx="0" cy="0"/>
        </a:xfrm>
      </p:grpSpPr>
      <p:sp>
        <p:nvSpPr>
          <p:cNvPr id="354" name="Google Shape;354;p28"/>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III.4. Tạo các thủ tục lưu trữ SQL </a:t>
            </a:r>
            <a:endParaRPr lang="en-US"/>
          </a:p>
        </p:txBody>
      </p:sp>
      <p:sp>
        <p:nvSpPr>
          <p:cNvPr id="355" name="Google Shape;355;p28"/>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0" lvl="0" indent="0" algn="l" rtl="0">
              <a:lnSpc>
                <a:spcPct val="100000"/>
              </a:lnSpc>
              <a:spcBef>
                <a:spcPts val="0"/>
              </a:spcBef>
              <a:spcAft>
                <a:spcPts val="0"/>
              </a:spcAft>
              <a:buSzPts val="2760"/>
              <a:buNone/>
            </a:pPr>
            <a:r>
              <a:rPr lang="en-US"/>
              <a:t>Mỗi bảng dữ liệu đã tạo ít nhất 5 thủ tục lưu trữ, thực hiện các chức năng: hiển thị danh sách, xem thông tin chi tiết, thêm, xóa, sửa từng dòng dữ liệu.</a:t>
            </a:r>
            <a:endParaRPr lang="en-US"/>
          </a:p>
          <a:p>
            <a:pPr marL="0" lvl="0" indent="0" algn="l" rtl="0">
              <a:lnSpc>
                <a:spcPct val="100000"/>
              </a:lnSpc>
              <a:spcBef>
                <a:spcPts val="1080"/>
              </a:spcBef>
              <a:spcAft>
                <a:spcPts val="0"/>
              </a:spcAft>
              <a:buSzPts val="2760"/>
              <a:buNone/>
            </a:pPr>
            <a:r>
              <a:rPr lang="en-US"/>
              <a:t>Ví dụ với bảng DonViTinh, đã tạo: </a:t>
            </a:r>
            <a:endParaRPr lang="en-US"/>
          </a:p>
          <a:p>
            <a:pPr marL="742950" lvl="1" indent="-285750" algn="l" rtl="0">
              <a:lnSpc>
                <a:spcPct val="100000"/>
              </a:lnSpc>
              <a:spcBef>
                <a:spcPts val="1000"/>
              </a:spcBef>
              <a:spcAft>
                <a:spcPts val="0"/>
              </a:spcAft>
              <a:buSzPts val="2300"/>
              <a:buChar char="•"/>
            </a:pPr>
            <a:r>
              <a:rPr lang="en-US"/>
              <a:t>DonViTinh_Them</a:t>
            </a:r>
            <a:endParaRPr lang="en-US"/>
          </a:p>
          <a:p>
            <a:pPr marL="742950" lvl="1" indent="-285750" algn="l" rtl="0">
              <a:lnSpc>
                <a:spcPct val="100000"/>
              </a:lnSpc>
              <a:spcBef>
                <a:spcPts val="1000"/>
              </a:spcBef>
              <a:spcAft>
                <a:spcPts val="0"/>
              </a:spcAft>
              <a:buSzPts val="2300"/>
              <a:buChar char="•"/>
            </a:pPr>
            <a:r>
              <a:rPr lang="en-US"/>
              <a:t>DonViTinh_Sua</a:t>
            </a:r>
            <a:endParaRPr lang="en-US"/>
          </a:p>
          <a:p>
            <a:pPr marL="742950" lvl="1" indent="-285750" algn="l" rtl="0">
              <a:lnSpc>
                <a:spcPct val="100000"/>
              </a:lnSpc>
              <a:spcBef>
                <a:spcPts val="1000"/>
              </a:spcBef>
              <a:spcAft>
                <a:spcPts val="0"/>
              </a:spcAft>
              <a:buSzPts val="2300"/>
              <a:buChar char="•"/>
            </a:pPr>
            <a:r>
              <a:rPr lang="en-US"/>
              <a:t>DonViTinh_Xoa</a:t>
            </a:r>
            <a:endParaRPr lang="en-US"/>
          </a:p>
          <a:p>
            <a:pPr marL="742950" lvl="1" indent="-285750" algn="l" rtl="0">
              <a:lnSpc>
                <a:spcPct val="100000"/>
              </a:lnSpc>
              <a:spcBef>
                <a:spcPts val="1000"/>
              </a:spcBef>
              <a:spcAft>
                <a:spcPts val="0"/>
              </a:spcAft>
              <a:buSzPts val="2300"/>
              <a:buChar char="•"/>
            </a:pPr>
            <a:r>
              <a:rPr lang="en-US"/>
              <a:t>DonViTinh_DS</a:t>
            </a:r>
            <a:endParaRPr lang="en-US"/>
          </a:p>
          <a:p>
            <a:pPr marL="742950" lvl="1" indent="-285750" algn="l" rtl="0">
              <a:lnSpc>
                <a:spcPct val="100000"/>
              </a:lnSpc>
              <a:spcBef>
                <a:spcPts val="1000"/>
              </a:spcBef>
              <a:spcAft>
                <a:spcPts val="0"/>
              </a:spcAft>
              <a:buSzPts val="2300"/>
              <a:buChar char="•"/>
            </a:pPr>
            <a:r>
              <a:rPr lang="en-US"/>
              <a:t>DonViTinh_CT</a:t>
            </a:r>
            <a:endParaRPr lang="en-US"/>
          </a:p>
          <a:p>
            <a:pPr marL="0" lvl="0" indent="0" algn="l" rtl="0">
              <a:lnSpc>
                <a:spcPct val="100000"/>
              </a:lnSpc>
              <a:spcBef>
                <a:spcPts val="1080"/>
              </a:spcBef>
              <a:spcAft>
                <a:spcPts val="0"/>
              </a:spcAft>
              <a:buSzPts val="2760"/>
              <a:buNone/>
            </a:pPr>
            <a:r>
              <a:rPr lang="en-US"/>
              <a:t>Riêng bảng LoaiSP có thêm LoaiSP_Theo_NhomSP, bảng SanPham có thêm SanPham_Theo_LoaiSP, SanPham_Theo_DonViTinh</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359" name="Shape 359"/>
        <p:cNvGrpSpPr/>
        <p:nvPr/>
      </p:nvGrpSpPr>
      <p:grpSpPr>
        <a:xfrm>
          <a:off x="0" y="0"/>
          <a:ext cx="0" cy="0"/>
          <a:chOff x="0" y="0"/>
          <a:chExt cx="0" cy="0"/>
        </a:xfrm>
      </p:grpSpPr>
      <p:sp>
        <p:nvSpPr>
          <p:cNvPr id="360" name="Google Shape;360;p2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IV. CÀI ĐẶT ỨNG DỤNG WEB</a:t>
            </a:r>
            <a:endParaRPr lang="en-US"/>
          </a:p>
        </p:txBody>
      </p:sp>
      <p:sp>
        <p:nvSpPr>
          <p:cNvPr id="361" name="Google Shape;361;p29"/>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fontScale="85000" lnSpcReduction="20000"/>
          </a:bodyPr>
          <a:lstStyle/>
          <a:p>
            <a:pPr marL="0" lvl="0" indent="0" algn="l" rtl="0">
              <a:lnSpc>
                <a:spcPct val="100000"/>
              </a:lnSpc>
              <a:spcBef>
                <a:spcPts val="0"/>
              </a:spcBef>
              <a:spcAft>
                <a:spcPts val="0"/>
              </a:spcAft>
              <a:buSzPct val="135000"/>
              <a:buNone/>
            </a:pPr>
            <a:r>
              <a:rPr lang="en-US"/>
              <a:t>IV.1. Trong MS Visual Studio, tạo mới ứng dụng web: C# ASP.NET Core Web App (Model-View-Controller), lưu trong thư mục WebApp đã tạo trước đó.</a:t>
            </a:r>
            <a:endParaRPr lang="en-US"/>
          </a:p>
          <a:p>
            <a:pPr marL="0" lvl="0" indent="0" algn="l" rtl="0">
              <a:lnSpc>
                <a:spcPct val="100000"/>
              </a:lnSpc>
              <a:spcBef>
                <a:spcPts val="1080"/>
              </a:spcBef>
              <a:spcAft>
                <a:spcPts val="0"/>
              </a:spcAft>
              <a:buSzPct val="135000"/>
              <a:buNone/>
            </a:pPr>
            <a:r>
              <a:rPr lang="en-US"/>
              <a:t>IV.2. Trong thư mục Models của ứng dụng, tạo các lớp xử lý với tên lớp, tên các thuộc tính và kiểu dữ liệu tương thích với tên, các thuộc tính và kiểu dữ liệu các bảng trong mô hình dữ liệu ở mức vật lý.</a:t>
            </a:r>
            <a:endParaRPr lang="en-US"/>
          </a:p>
          <a:p>
            <a:pPr marL="0" lvl="0" indent="0" algn="l" rtl="0">
              <a:lnSpc>
                <a:spcPct val="100000"/>
              </a:lnSpc>
              <a:spcBef>
                <a:spcPts val="1080"/>
              </a:spcBef>
              <a:spcAft>
                <a:spcPts val="0"/>
              </a:spcAft>
              <a:buSzPct val="135000"/>
              <a:buNone/>
            </a:pPr>
            <a:r>
              <a:rPr lang="en-US"/>
              <a:t>IV.3. Trong thư mục </a:t>
            </a:r>
            <a:r>
              <a:rPr lang="en-US"/>
              <a:t>WebApp</a:t>
            </a:r>
            <a:r>
              <a:rPr lang="en-US"/>
              <a:t>, tạo thư mục Data (nếu chưa có), trong thư mục Data, tạo file AppDbContext.cs trong đó tạo lớp AppDbContext kế thừa từ DbContext, xây dựng các chức năng cho phép người dung gọi và thực hiện trên tất cả các bảng, các thao tác: lấy dữ liệu từ CSDL để hiển thị lên trang web; cập nhật dữ liệu từ trang web và lưu vào CSDL.</a:t>
            </a:r>
            <a:endParaRPr lang="en-US"/>
          </a:p>
          <a:p>
            <a:pPr marL="0" lvl="0" indent="0" algn="l" rtl="0">
              <a:lnSpc>
                <a:spcPct val="100000"/>
              </a:lnSpc>
              <a:spcBef>
                <a:spcPts val="1080"/>
              </a:spcBef>
              <a:spcAft>
                <a:spcPts val="0"/>
              </a:spcAft>
              <a:buSzPct val="135000"/>
              <a:buNone/>
            </a:pPr>
            <a:r>
              <a:rPr lang="en-US"/>
              <a:t>IV.4. Trong thư mục Controllers, tạo các Controller tương ứng các lớp trong Models. </a:t>
            </a:r>
            <a:endParaRPr lang="en-US"/>
          </a:p>
          <a:p>
            <a:pPr marL="0" lvl="0" indent="0" algn="l" rtl="0">
              <a:lnSpc>
                <a:spcPct val="100000"/>
              </a:lnSpc>
              <a:spcBef>
                <a:spcPts val="1080"/>
              </a:spcBef>
              <a:spcAft>
                <a:spcPts val="0"/>
              </a:spcAft>
              <a:buSzPct val="135000"/>
              <a:buNone/>
            </a:pPr>
            <a:r>
              <a:rPr lang="en-US"/>
              <a:t>IV.5. Trong thư mục Views, tạo các trang web thực hiện các chức năng: hiển thị danh sách, xem thông tin chi tiết, thêm, xóa, sửa từng dòng dữ liệu tương ứng với các bảng dữ liệu và các chức năng cơ bản khác.</a:t>
            </a:r>
            <a:endParaRPr lang="en-US"/>
          </a:p>
          <a:p>
            <a:pPr marL="0" lvl="0" indent="0" algn="l" rtl="0">
              <a:lnSpc>
                <a:spcPct val="100000"/>
              </a:lnSpc>
              <a:spcBef>
                <a:spcPts val="1080"/>
              </a:spcBef>
              <a:spcAft>
                <a:spcPts val="0"/>
              </a:spcAft>
              <a:buSzPct val="135000"/>
              <a:buNone/>
            </a:pPr>
            <a:r>
              <a:rPr lang="en-US"/>
              <a:t>IV.6. Một số trang giao diện minh họa</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365" name="Shape 365"/>
        <p:cNvGrpSpPr/>
        <p:nvPr/>
      </p:nvGrpSpPr>
      <p:grpSpPr>
        <a:xfrm>
          <a:off x="0" y="0"/>
          <a:ext cx="0" cy="0"/>
          <a:chOff x="0" y="0"/>
          <a:chExt cx="0" cy="0"/>
        </a:xfrm>
      </p:grpSpPr>
      <p:sp>
        <p:nvSpPr>
          <p:cNvPr id="366" name="Google Shape;366;p39"/>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Giao diện thiết kế trang DonViTinh-&gt;Index.cshtml</a:t>
            </a:r>
            <a:endParaRPr lang="en-US"/>
          </a:p>
        </p:txBody>
      </p:sp>
      <p:pic>
        <p:nvPicPr>
          <p:cNvPr id="367" name="Google Shape;367;p39"/>
          <p:cNvPicPr preferRelativeResize="0"/>
          <p:nvPr/>
        </p:nvPicPr>
        <p:blipFill>
          <a:blip r:embed="rId1"/>
          <a:stretch>
            <a:fillRect/>
          </a:stretch>
        </p:blipFill>
        <p:spPr>
          <a:xfrm>
            <a:off x="1012675" y="1567129"/>
            <a:ext cx="10166650" cy="4223750"/>
          </a:xfrm>
          <a:prstGeom prst="rect">
            <a:avLst/>
          </a:prstGeom>
          <a:noFill/>
          <a:ln>
            <a:noFill/>
          </a:ln>
        </p:spPr>
      </p:pic>
      <p:pic>
        <p:nvPicPr>
          <p:cNvPr id="2" name="Picture 1" descr="Screenshot 2026-09-23 152638"/>
          <p:cNvPicPr>
            <a:picLocks noChangeAspect="1"/>
          </p:cNvPicPr>
          <p:nvPr/>
        </p:nvPicPr>
        <p:blipFill>
          <a:blip r:embed="rId2"/>
          <a:stretch>
            <a:fillRect/>
          </a:stretch>
        </p:blipFill>
        <p:spPr>
          <a:xfrm>
            <a:off x="983615" y="1629410"/>
            <a:ext cx="10039985" cy="4707890"/>
          </a:xfrm>
          <a:prstGeom prst="rect">
            <a:avLst/>
          </a:prstGeom>
        </p:spPr>
      </p:pic>
      <p:pic>
        <p:nvPicPr>
          <p:cNvPr id="1" name="Picture 0" descr="Screenshot 2026-09-25 121656"/>
          <p:cNvPicPr>
            <a:picLocks noChangeAspect="1"/>
          </p:cNvPicPr>
          <p:nvPr/>
        </p:nvPicPr>
        <p:blipFill>
          <a:blip r:embed="rId3"/>
          <a:stretch>
            <a:fillRect/>
          </a:stretch>
        </p:blipFill>
        <p:spPr>
          <a:xfrm>
            <a:off x="911860" y="1567180"/>
            <a:ext cx="10194290" cy="462661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t>PROC DonViTinh_DS</a:t>
            </a:r>
            <a:endParaRPr lang="en-US"/>
          </a:p>
        </p:txBody>
      </p:sp>
      <p:sp>
        <p:nvSpPr>
          <p:cNvPr id="3" name="Text Placeholder 2"/>
          <p:cNvSpPr/>
          <p:nvPr>
            <p:ph type="body" idx="1"/>
          </p:nvPr>
        </p:nvSpPr>
        <p:spPr/>
        <p:txBody>
          <a:bodyPr/>
          <a:p>
            <a:endParaRPr lang="en-US"/>
          </a:p>
        </p:txBody>
      </p:sp>
      <p:pic>
        <p:nvPicPr>
          <p:cNvPr id="4" name="Picture 3" descr="Screenshot 2026-09-25 120508"/>
          <p:cNvPicPr>
            <a:picLocks noChangeAspect="1"/>
          </p:cNvPicPr>
          <p:nvPr/>
        </p:nvPicPr>
        <p:blipFill>
          <a:blip r:embed="rId1"/>
          <a:stretch>
            <a:fillRect/>
          </a:stretch>
        </p:blipFill>
        <p:spPr>
          <a:xfrm>
            <a:off x="1209040" y="1640840"/>
            <a:ext cx="9161145" cy="428625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Giao diện thiết kế trang DonViTinh-&gt;Create.cshtml</a:t>
            </a:r>
            <a:endParaRPr lang="en-US"/>
          </a:p>
        </p:txBody>
      </p:sp>
      <p:sp>
        <p:nvSpPr>
          <p:cNvPr id="3" name="Text Placeholder 2"/>
          <p:cNvSpPr/>
          <p:nvPr>
            <p:ph type="body" idx="1"/>
          </p:nvPr>
        </p:nvSpPr>
        <p:spPr/>
        <p:txBody>
          <a:bodyPr/>
          <a:p>
            <a:endParaRPr lang="en-US"/>
          </a:p>
        </p:txBody>
      </p:sp>
      <p:pic>
        <p:nvPicPr>
          <p:cNvPr id="4" name="Picture 3" descr="Screenshot 2026-09-25 133423"/>
          <p:cNvPicPr>
            <a:picLocks noChangeAspect="1"/>
          </p:cNvPicPr>
          <p:nvPr/>
        </p:nvPicPr>
        <p:blipFill>
          <a:blip r:embed="rId1"/>
          <a:stretch>
            <a:fillRect/>
          </a:stretch>
        </p:blipFill>
        <p:spPr>
          <a:xfrm>
            <a:off x="839470" y="1484630"/>
            <a:ext cx="4920615" cy="4582795"/>
          </a:xfrm>
          <a:prstGeom prst="rect">
            <a:avLst/>
          </a:prstGeom>
        </p:spPr>
      </p:pic>
      <p:pic>
        <p:nvPicPr>
          <p:cNvPr id="5" name="Picture 4" descr="Screenshot 2026-09-25 133431"/>
          <p:cNvPicPr>
            <a:picLocks noChangeAspect="1"/>
          </p:cNvPicPr>
          <p:nvPr/>
        </p:nvPicPr>
        <p:blipFill>
          <a:blip r:embed="rId2"/>
          <a:stretch>
            <a:fillRect/>
          </a:stretch>
        </p:blipFill>
        <p:spPr>
          <a:xfrm>
            <a:off x="6312535" y="1521460"/>
            <a:ext cx="5353050" cy="455866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PROC DonViTinh_Them</a:t>
            </a:r>
            <a:endParaRPr lang="en-US"/>
          </a:p>
        </p:txBody>
      </p:sp>
      <p:sp>
        <p:nvSpPr>
          <p:cNvPr id="3" name="Text Placeholder 2"/>
          <p:cNvSpPr/>
          <p:nvPr>
            <p:ph type="body" idx="1"/>
          </p:nvPr>
        </p:nvSpPr>
        <p:spPr/>
        <p:txBody>
          <a:bodyPr/>
          <a:p>
            <a:endParaRPr lang="en-US"/>
          </a:p>
        </p:txBody>
      </p:sp>
      <p:pic>
        <p:nvPicPr>
          <p:cNvPr id="4" name="Picture 3" descr="Screenshot 2026-09-25 123328"/>
          <p:cNvPicPr>
            <a:picLocks noChangeAspect="1"/>
          </p:cNvPicPr>
          <p:nvPr/>
        </p:nvPicPr>
        <p:blipFill>
          <a:blip r:embed="rId1"/>
          <a:stretch>
            <a:fillRect/>
          </a:stretch>
        </p:blipFill>
        <p:spPr>
          <a:xfrm>
            <a:off x="479425" y="1341120"/>
            <a:ext cx="11042015" cy="486219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p>
            <a:endParaRPr lang="en-US"/>
          </a:p>
        </p:txBody>
      </p:sp>
      <p:sp>
        <p:nvSpPr>
          <p:cNvPr id="3" name="Text Placeholder 2"/>
          <p:cNvSpPr/>
          <p:nvPr>
            <p:ph type="body" idx="1"/>
          </p:nvPr>
        </p:nvSpPr>
        <p:spPr/>
        <p:txBody>
          <a:bodyPr/>
          <a:p>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p:nvPr>
            <p:ph type="title"/>
          </p:nvPr>
        </p:nvSpPr>
        <p:spPr/>
        <p:txBody>
          <a:bodyPr>
            <a:normAutofit fontScale="90000"/>
          </a:bodyPr>
          <a:p>
            <a:r>
              <a:rPr lang="en-US">
                <a:sym typeface="+mn-ea"/>
              </a:rPr>
              <a:t>PROC DonViTinh_Sua</a:t>
            </a:r>
            <a:endParaRPr lang="en-US"/>
          </a:p>
        </p:txBody>
      </p:sp>
      <p:sp>
        <p:nvSpPr>
          <p:cNvPr id="3" name="Text Placeholder 2"/>
          <p:cNvSpPr/>
          <p:nvPr>
            <p:ph type="body" idx="1"/>
          </p:nvPr>
        </p:nvSpPr>
        <p:spPr/>
        <p:txBody>
          <a:bodyPr/>
          <a:p>
            <a:endParaRPr lang="en-US"/>
          </a:p>
        </p:txBody>
      </p:sp>
      <p:pic>
        <p:nvPicPr>
          <p:cNvPr id="4" name="Picture 3" descr="Screenshot 2026-09-25 134229"/>
          <p:cNvPicPr>
            <a:picLocks noChangeAspect="1"/>
          </p:cNvPicPr>
          <p:nvPr/>
        </p:nvPicPr>
        <p:blipFill>
          <a:blip r:embed="rId1"/>
          <a:stretch>
            <a:fillRect/>
          </a:stretch>
        </p:blipFill>
        <p:spPr>
          <a:xfrm>
            <a:off x="688340" y="1398270"/>
            <a:ext cx="10682605" cy="490347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395" name="Shape 395"/>
        <p:cNvGrpSpPr/>
        <p:nvPr/>
      </p:nvGrpSpPr>
      <p:grpSpPr>
        <a:xfrm>
          <a:off x="0" y="0"/>
          <a:ext cx="0" cy="0"/>
          <a:chOff x="0" y="0"/>
          <a:chExt cx="0" cy="0"/>
        </a:xfrm>
      </p:grpSpPr>
      <p:sp>
        <p:nvSpPr>
          <p:cNvPr id="396" name="Google Shape;396;p44"/>
          <p:cNvSpPr txBox="1"/>
          <p:nvPr>
            <p:ph type="title"/>
          </p:nvPr>
        </p:nvSpPr>
        <p:spPr>
          <a:xfrm>
            <a:off x="662609" y="690588"/>
            <a:ext cx="10840277" cy="608129"/>
          </a:xfrm>
          <a:prstGeom prst="rect">
            <a:avLst/>
          </a:prstGeom>
          <a:noFill/>
          <a:ln>
            <a:noFill/>
          </a:ln>
        </p:spPr>
        <p:txBody>
          <a:bodyPr spcFirstLastPara="1" wrap="square" lIns="91425" tIns="45700" rIns="91425" bIns="45700" anchor="ctr" anchorCtr="0">
            <a:normAutofit fontScale="90000"/>
          </a:bodyPr>
          <a:lstStyle/>
          <a:p>
            <a:pPr marL="0" lvl="0" indent="0" algn="ctr" rtl="0">
              <a:lnSpc>
                <a:spcPct val="100000"/>
              </a:lnSpc>
              <a:spcBef>
                <a:spcPts val="0"/>
              </a:spcBef>
              <a:spcAft>
                <a:spcPts val="0"/>
              </a:spcAft>
              <a:buClr>
                <a:srgbClr val="262626"/>
              </a:buClr>
              <a:buSzPct val="100000"/>
              <a:buFont typeface="Times New Roman" panose="02020603050405020304" charset="0"/>
              <a:buNone/>
            </a:pPr>
            <a:r>
              <a:rPr lang="en-US"/>
              <a:t>IV.4. Một số trang giao diện minh họa</a:t>
            </a:r>
            <a:endParaRPr lang="en-US"/>
          </a:p>
        </p:txBody>
      </p:sp>
      <p:sp>
        <p:nvSpPr>
          <p:cNvPr id="397" name="Google Shape;397;p44"/>
          <p:cNvSpPr txBox="1"/>
          <p:nvPr>
            <p:ph type="body" idx="1"/>
          </p:nvPr>
        </p:nvSpPr>
        <p:spPr>
          <a:xfrm>
            <a:off x="874643" y="1484243"/>
            <a:ext cx="10495722" cy="4391625"/>
          </a:xfrm>
          <a:prstGeom prst="rect">
            <a:avLst/>
          </a:prstGeom>
          <a:noFill/>
          <a:ln>
            <a:noFill/>
          </a:ln>
        </p:spPr>
        <p:txBody>
          <a:bodyPr spcFirstLastPara="1" wrap="square" lIns="91425" tIns="45700" rIns="91425" bIns="45700" anchor="t" anchorCtr="0">
            <a:normAutofit/>
          </a:bodyPr>
          <a:lstStyle/>
          <a:p>
            <a:pPr marL="285750" lvl="0" indent="-285750" algn="l" rtl="0">
              <a:lnSpc>
                <a:spcPct val="100000"/>
              </a:lnSpc>
              <a:spcBef>
                <a:spcPts val="0"/>
              </a:spcBef>
              <a:spcAft>
                <a:spcPts val="0"/>
              </a:spcAft>
              <a:buSzPts val="2760"/>
              <a:buChar char="•"/>
            </a:pPr>
            <a:r>
              <a:rPr lang="en-US"/>
              <a:t>Tự bổ sung từ kết quả thực hành nhé</a:t>
            </a:r>
            <a:endParaRPr lang="en-US"/>
          </a:p>
        </p:txBody>
      </p:sp>
    </p:spTree>
  </p:cSld>
  <p:clrMapOvr>
    <a:masterClrMapping/>
  </p:clrMapOvr>
</p:sld>
</file>

<file path=ppt/theme/theme1.xml><?xml version="1.0" encoding="utf-8"?>
<a:theme xmlns:a="http://schemas.openxmlformats.org/drawingml/2006/main" name="Organic">
  <a:themeElements>
    <a:clrScheme name="Organic">
      <a:dk1>
        <a:srgbClr val="000000"/>
      </a:dk1>
      <a:lt1>
        <a:srgbClr val="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7296</Words>
  <Application>WPS Presentation</Application>
  <PresentationFormat/>
  <Paragraphs>501</Paragraphs>
  <Slides>35</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35</vt:i4>
      </vt:variant>
    </vt:vector>
  </HeadingPairs>
  <TitlesOfParts>
    <vt:vector size="46" baseType="lpstr">
      <vt:lpstr>Arial</vt:lpstr>
      <vt:lpstr>SimSun</vt:lpstr>
      <vt:lpstr>Wingdings</vt:lpstr>
      <vt:lpstr>Arial</vt:lpstr>
      <vt:lpstr>Garamond</vt:lpstr>
      <vt:lpstr>Times New Roman</vt:lpstr>
      <vt:lpstr>Microsoft YaHei</vt:lpstr>
      <vt:lpstr>Arial Unicode MS</vt:lpstr>
      <vt:lpstr>Wingdings 2</vt:lpstr>
      <vt:lpstr>Gill Sans</vt:lpstr>
      <vt:lpstr>Organic</vt:lpstr>
      <vt:lpstr>BÀI TẬP THỰC HÀNH  THIẾT KẾ WEB SITE BÁN HÀNG</vt:lpstr>
      <vt:lpstr>NỘI DUNG TRÌNH BÀY</vt:lpstr>
      <vt:lpstr>I. KHẢO SÁT VÀ MÔ TẢ BÀI TOÁN</vt:lpstr>
      <vt:lpstr>I.1. KHẢO SÁT BÀI TOÁN</vt:lpstr>
      <vt:lpstr>I.1. KHẢO SÁT BÀI TOÁN (tt)</vt:lpstr>
      <vt:lpstr>I.1. KHẢO SÁT BÀI TOÁN (tt)</vt:lpstr>
      <vt:lpstr>I.2. MÔ TẢ BÀI TOÁN</vt:lpstr>
      <vt:lpstr>II. PHÂN TÍCH THIẾT KẾ CSDL</vt:lpstr>
      <vt:lpstr>II.1. MÔ HÌNH DỮ LIỆU Ở MỨC QUAN NIỆM</vt:lpstr>
      <vt:lpstr>II.2. MÔ HÌNH DỮ LIỆU Ở MỨC LUẬN LÝ</vt:lpstr>
      <vt:lpstr>II.3. MÔ HÌNH DỮ LIỆU Ở MỨC VẬT LÝ (SQL Server)</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II.3. MÔ HÌNH DỮ LIỆU Ở MỨC VẬT LÝ (tt)</vt:lpstr>
      <vt:lpstr>III. CÀI ĐẶT CSDL</vt:lpstr>
      <vt:lpstr>III.1. Tạo CSDL trên MS SQL Server</vt:lpstr>
      <vt:lpstr>III.2. Tạo các bảng dữ liệu</vt:lpstr>
      <vt:lpstr>III.2. Tạo các bảng dữ liệu (tt)</vt:lpstr>
      <vt:lpstr>III.2. Tạo các bảng dữ liệu (tt)</vt:lpstr>
      <vt:lpstr>III.2. Tạo các bảng dữ liệu (tt)</vt:lpstr>
      <vt:lpstr>III.3. Tạo Mối kết hợp giữa các bảng (Database Diagrams)</vt:lpstr>
      <vt:lpstr>III.4. Tạo các thủ tục lưu trữ SQL </vt:lpstr>
      <vt:lpstr>IV. CÀI ĐẶT ỨNG DỤNG WEB</vt:lpstr>
      <vt:lpstr>Giao diện thiết kế trang LoaiSP-&gt;Index.cshtml</vt:lpstr>
      <vt:lpstr>PowerPoint 演示文稿</vt:lpstr>
      <vt:lpstr>PowerPoint 演示文稿</vt:lpstr>
      <vt:lpstr>PowerPoint 演示文稿</vt:lpstr>
      <vt:lpstr>PowerPoint 演示文稿</vt:lpstr>
      <vt:lpstr>PowerPoint 演示文稿</vt:lpstr>
      <vt:lpstr>IV.4. Một số trang giao diện minh họa</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TẬP THỰC HÀNH  THIẾT KẾ WEB SITE BÁN HÀNG</dc:title>
  <dc:creator>itproAcer</dc:creator>
  <cp:lastModifiedBy>LE HAI PHAT</cp:lastModifiedBy>
  <cp:revision>5</cp:revision>
  <dcterms:created xsi:type="dcterms:W3CDTF">2026-09-18T09:29:00Z</dcterms:created>
  <dcterms:modified xsi:type="dcterms:W3CDTF">2026-09-25T07:05:08Z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9B9C2542855C4F409E1A84447BECAB90_12</vt:lpwstr>
  </property>
  <property fmtid="{D5CDD505-2E9C-101B-9397-08002B2CF9AE}" pid="3" name="KSOProductBuildVer">
    <vt:lpwstr>1033-12.1.0.28485</vt:lpwstr>
  </property>
</Properties>
</file>